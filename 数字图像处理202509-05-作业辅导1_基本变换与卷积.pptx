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954" r:id="rId2"/>
  </p:sldMasterIdLst>
  <p:notesMasterIdLst>
    <p:notesMasterId r:id="rId7"/>
  </p:notesMasterIdLst>
  <p:handoutMasterIdLst>
    <p:handoutMasterId r:id="rId8"/>
  </p:handoutMasterIdLst>
  <p:sldIdLst>
    <p:sldId id="265" r:id="rId3"/>
    <p:sldId id="4552" r:id="rId4"/>
    <p:sldId id="262" r:id="rId5"/>
    <p:sldId id="11090290" r:id="rId6"/>
  </p:sldIdLst>
  <p:sldSz cx="12192000" cy="6858000"/>
  <p:notesSz cx="6797675" cy="9928225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2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97"/>
    <a:srgbClr val="0C4379"/>
    <a:srgbClr val="42556E"/>
    <a:srgbClr val="6A798D"/>
    <a:srgbClr val="B9B9B9"/>
    <a:srgbClr val="C00000"/>
    <a:srgbClr val="FFFFFF"/>
    <a:srgbClr val="F2F2F2"/>
    <a:srgbClr val="40404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35" autoAdjust="0"/>
    <p:restoredTop sz="87463" autoAdjust="0"/>
  </p:normalViewPr>
  <p:slideViewPr>
    <p:cSldViewPr snapToGrid="0" showGuides="1">
      <p:cViewPr varScale="1">
        <p:scale>
          <a:sx n="73" d="100"/>
          <a:sy n="73" d="100"/>
        </p:scale>
        <p:origin x="624" y="38"/>
      </p:cViewPr>
      <p:guideLst>
        <p:guide orient="horz" pos="1972"/>
        <p:guide pos="3808"/>
      </p:guideLst>
    </p:cSldViewPr>
  </p:slid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160" d="100"/>
        <a:sy n="160" d="100"/>
      </p:scale>
      <p:origin x="0" y="8574"/>
    </p:cViewPr>
  </p:sorterViewPr>
  <p:notesViewPr>
    <p:cSldViewPr snapToGrid="0">
      <p:cViewPr varScale="1">
        <p:scale>
          <a:sx n="68" d="100"/>
          <a:sy n="68" d="100"/>
        </p:scale>
        <p:origin x="3696" y="2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3F327-32E1-4D00-A131-C26A39A88C12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82D1B-D068-4E10-BFEA-4FF4488B70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00284-16BC-4382-8B36-24E400F691F1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5CBD3-32D1-4BCD-A706-B0EA53B26F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5CBD3-32D1-4BCD-A706-B0EA53B26FD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63919-0A8F-4BC9-87FE-C0ACD5E639D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effectLst/>
              <a:latin typeface="Times New Roman" panose="02020603050405020304" pitchFamily="18" charset="0"/>
              <a:ea typeface="仿宋_GB2312" panose="0201060903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F5CBD3-32D1-4BCD-A706-B0EA53B26FD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168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369613"/>
            <a:ext cx="12192000" cy="824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4" descr="https://www.tongji.edu.cn/images/name.pn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51047" y="540238"/>
            <a:ext cx="1399126" cy="48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987296"/>
            <a:ext cx="12192000" cy="48707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www.tongji.edu.cn/images/name.pn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47801" y="539072"/>
            <a:ext cx="1399126" cy="48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369613"/>
            <a:ext cx="12192000" cy="824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4" descr="https://www.tongji.edu.cn/images/name.pn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51047" y="540238"/>
            <a:ext cx="1399126" cy="48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" y="0"/>
            <a:ext cx="93345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1363135" y="359836"/>
            <a:ext cx="458470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2667" b="1">
                <a:latin typeface="微软雅黑" pitchFamily="34" charset="-122"/>
              </a:rPr>
              <a:t>此处添加您的标题</a:t>
            </a:r>
            <a:endParaRPr lang="id-ID" altLang="zh-CN" sz="2667" b="1">
              <a:latin typeface="微软雅黑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390651" y="840322"/>
            <a:ext cx="3570816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id-ID" altLang="zh-CN" sz="1333"/>
              <a:t>Biscuit oat cake carrot cake muffin jelly</a:t>
            </a:r>
            <a:endParaRPr lang="zh-CN" altLang="en-US" sz="1333"/>
          </a:p>
        </p:txBody>
      </p:sp>
      <p:grpSp>
        <p:nvGrpSpPr>
          <p:cNvPr id="4" name="组合 8"/>
          <p:cNvGrpSpPr>
            <a:grpSpLocks/>
          </p:cNvGrpSpPr>
          <p:nvPr userDrawn="1"/>
        </p:nvGrpSpPr>
        <p:grpSpPr bwMode="auto">
          <a:xfrm>
            <a:off x="275175" y="421220"/>
            <a:ext cx="1087967" cy="666786"/>
            <a:chOff x="4353620" y="864629"/>
            <a:chExt cx="742365" cy="456068"/>
          </a:xfrm>
        </p:grpSpPr>
        <p:sp>
          <p:nvSpPr>
            <p:cNvPr id="5" name="KSO_Shape"/>
            <p:cNvSpPr>
              <a:spLocks/>
            </p:cNvSpPr>
            <p:nvPr/>
          </p:nvSpPr>
          <p:spPr bwMode="auto">
            <a:xfrm>
              <a:off x="4353620" y="866076"/>
              <a:ext cx="742365" cy="408268"/>
            </a:xfrm>
            <a:custGeom>
              <a:avLst/>
              <a:gdLst>
                <a:gd name="T0" fmla="*/ 2147483646 w 5345"/>
                <a:gd name="T1" fmla="*/ 2147483646 h 2936"/>
                <a:gd name="T2" fmla="*/ 2147483646 w 5345"/>
                <a:gd name="T3" fmla="*/ 2147483646 h 2936"/>
                <a:gd name="T4" fmla="*/ 2147483646 w 5345"/>
                <a:gd name="T5" fmla="*/ 2147483646 h 2936"/>
                <a:gd name="T6" fmla="*/ 2147483646 w 5345"/>
                <a:gd name="T7" fmla="*/ 2147483646 h 2936"/>
                <a:gd name="T8" fmla="*/ 2147483646 w 5345"/>
                <a:gd name="T9" fmla="*/ 2147483646 h 2936"/>
                <a:gd name="T10" fmla="*/ 2147483646 w 5345"/>
                <a:gd name="T11" fmla="*/ 2147483646 h 2936"/>
                <a:gd name="T12" fmla="*/ 2147483646 w 5345"/>
                <a:gd name="T13" fmla="*/ 2147483646 h 2936"/>
                <a:gd name="T14" fmla="*/ 2147483646 w 5345"/>
                <a:gd name="T15" fmla="*/ 2147483646 h 2936"/>
                <a:gd name="T16" fmla="*/ 2147483646 w 5345"/>
                <a:gd name="T17" fmla="*/ 2147483646 h 2936"/>
                <a:gd name="T18" fmla="*/ 2147483646 w 5345"/>
                <a:gd name="T19" fmla="*/ 2147483646 h 2936"/>
                <a:gd name="T20" fmla="*/ 2147483646 w 5345"/>
                <a:gd name="T21" fmla="*/ 2147483646 h 2936"/>
                <a:gd name="T22" fmla="*/ 2147483646 w 5345"/>
                <a:gd name="T23" fmla="*/ 2147483646 h 2936"/>
                <a:gd name="T24" fmla="*/ 2147483646 w 5345"/>
                <a:gd name="T25" fmla="*/ 2147483646 h 2936"/>
                <a:gd name="T26" fmla="*/ 2147483646 w 5345"/>
                <a:gd name="T27" fmla="*/ 2147483646 h 2936"/>
                <a:gd name="T28" fmla="*/ 2147483646 w 5345"/>
                <a:gd name="T29" fmla="*/ 2147483646 h 2936"/>
                <a:gd name="T30" fmla="*/ 2147483646 w 5345"/>
                <a:gd name="T31" fmla="*/ 772639970 h 2936"/>
                <a:gd name="T32" fmla="*/ 2147483646 w 5345"/>
                <a:gd name="T33" fmla="*/ 0 h 2936"/>
                <a:gd name="T34" fmla="*/ 2147483646 w 5345"/>
                <a:gd name="T35" fmla="*/ 363587807 h 2936"/>
                <a:gd name="T36" fmla="*/ 2147483646 w 5345"/>
                <a:gd name="T37" fmla="*/ 2147483646 h 2936"/>
                <a:gd name="T38" fmla="*/ 2147483646 w 5345"/>
                <a:gd name="T39" fmla="*/ 2147483646 h 2936"/>
                <a:gd name="T40" fmla="*/ 2147483646 w 5345"/>
                <a:gd name="T41" fmla="*/ 2147483646 h 2936"/>
                <a:gd name="T42" fmla="*/ 2147483646 w 5345"/>
                <a:gd name="T43" fmla="*/ 2147483646 h 2936"/>
                <a:gd name="T44" fmla="*/ 2147483646 w 5345"/>
                <a:gd name="T45" fmla="*/ 2147483646 h 2936"/>
                <a:gd name="T46" fmla="*/ 2147483646 w 5345"/>
                <a:gd name="T47" fmla="*/ 2147483646 h 2936"/>
                <a:gd name="T48" fmla="*/ 2147483646 w 5345"/>
                <a:gd name="T49" fmla="*/ 2147483646 h 2936"/>
                <a:gd name="T50" fmla="*/ 2147483646 w 5345"/>
                <a:gd name="T51" fmla="*/ 2147483646 h 2936"/>
                <a:gd name="T52" fmla="*/ 2147483646 w 5345"/>
                <a:gd name="T53" fmla="*/ 2147483646 h 2936"/>
                <a:gd name="T54" fmla="*/ 2147483646 w 5345"/>
                <a:gd name="T55" fmla="*/ 2147483646 h 2936"/>
                <a:gd name="T56" fmla="*/ 2147483646 w 5345"/>
                <a:gd name="T57" fmla="*/ 2147483646 h 2936"/>
                <a:gd name="T58" fmla="*/ 2147483646 w 5345"/>
                <a:gd name="T59" fmla="*/ 2147483646 h 2936"/>
                <a:gd name="T60" fmla="*/ 2147483646 w 5345"/>
                <a:gd name="T61" fmla="*/ 2147483646 h 2936"/>
                <a:gd name="T62" fmla="*/ 452722804 w 5345"/>
                <a:gd name="T63" fmla="*/ 2147483646 h 2936"/>
                <a:gd name="T64" fmla="*/ 90570008 w 5345"/>
                <a:gd name="T65" fmla="*/ 2147483646 h 2936"/>
                <a:gd name="T66" fmla="*/ 1629877726 w 5345"/>
                <a:gd name="T67" fmla="*/ 2147483646 h 2936"/>
                <a:gd name="T68" fmla="*/ 2147483646 w 5345"/>
                <a:gd name="T69" fmla="*/ 2147483646 h 2936"/>
                <a:gd name="T70" fmla="*/ 2147483646 w 5345"/>
                <a:gd name="T71" fmla="*/ 2147483646 h 2936"/>
                <a:gd name="T72" fmla="*/ 2147483646 w 5345"/>
                <a:gd name="T73" fmla="*/ 2147483646 h 2936"/>
                <a:gd name="T74" fmla="*/ 2147483646 w 5345"/>
                <a:gd name="T75" fmla="*/ 2147483646 h 2936"/>
                <a:gd name="T76" fmla="*/ 2147483646 w 5345"/>
                <a:gd name="T77" fmla="*/ 2147483646 h 2936"/>
                <a:gd name="T78" fmla="*/ 2147483646 w 5345"/>
                <a:gd name="T79" fmla="*/ 2147483646 h 2936"/>
                <a:gd name="T80" fmla="*/ 2147483646 w 5345"/>
                <a:gd name="T81" fmla="*/ 2147483646 h 2936"/>
                <a:gd name="T82" fmla="*/ 2147483646 w 5345"/>
                <a:gd name="T83" fmla="*/ 2147483646 h 2936"/>
                <a:gd name="T84" fmla="*/ 2147483646 w 5345"/>
                <a:gd name="T85" fmla="*/ 2147483646 h 2936"/>
                <a:gd name="T86" fmla="*/ 2147483646 w 5345"/>
                <a:gd name="T87" fmla="*/ 2147483646 h 2936"/>
                <a:gd name="T88" fmla="*/ 2147483646 w 5345"/>
                <a:gd name="T89" fmla="*/ 2147483646 h 2936"/>
                <a:gd name="T90" fmla="*/ 2147483646 w 5345"/>
                <a:gd name="T91" fmla="*/ 2147483646 h 2936"/>
                <a:gd name="T92" fmla="*/ 2147483646 w 5345"/>
                <a:gd name="T93" fmla="*/ 2147483646 h 2936"/>
                <a:gd name="T94" fmla="*/ 2147483646 w 5345"/>
                <a:gd name="T95" fmla="*/ 2147483646 h 2936"/>
                <a:gd name="T96" fmla="*/ 2147483646 w 5345"/>
                <a:gd name="T97" fmla="*/ 2147483646 h 2936"/>
                <a:gd name="T98" fmla="*/ 2147483646 w 5345"/>
                <a:gd name="T99" fmla="*/ 2147483646 h 2936"/>
                <a:gd name="T100" fmla="*/ 2147483646 w 5345"/>
                <a:gd name="T101" fmla="*/ 2147483646 h 2936"/>
                <a:gd name="T102" fmla="*/ 2147483646 w 5345"/>
                <a:gd name="T103" fmla="*/ 2147483646 h 2936"/>
                <a:gd name="T104" fmla="*/ 2147483646 w 5345"/>
                <a:gd name="T105" fmla="*/ 2147483646 h 29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345" h="2936">
                  <a:moveTo>
                    <a:pt x="4729" y="1661"/>
                  </a:moveTo>
                  <a:lnTo>
                    <a:pt x="4729" y="1661"/>
                  </a:lnTo>
                  <a:lnTo>
                    <a:pt x="4723" y="1609"/>
                  </a:lnTo>
                  <a:lnTo>
                    <a:pt x="4716" y="1558"/>
                  </a:lnTo>
                  <a:lnTo>
                    <a:pt x="4706" y="1507"/>
                  </a:lnTo>
                  <a:lnTo>
                    <a:pt x="4693" y="1458"/>
                  </a:lnTo>
                  <a:lnTo>
                    <a:pt x="4679" y="1409"/>
                  </a:lnTo>
                  <a:lnTo>
                    <a:pt x="4663" y="1361"/>
                  </a:lnTo>
                  <a:lnTo>
                    <a:pt x="4644" y="1314"/>
                  </a:lnTo>
                  <a:lnTo>
                    <a:pt x="4622" y="1268"/>
                  </a:lnTo>
                  <a:lnTo>
                    <a:pt x="4600" y="1223"/>
                  </a:lnTo>
                  <a:lnTo>
                    <a:pt x="4575" y="1181"/>
                  </a:lnTo>
                  <a:lnTo>
                    <a:pt x="4548" y="1138"/>
                  </a:lnTo>
                  <a:lnTo>
                    <a:pt x="4519" y="1098"/>
                  </a:lnTo>
                  <a:lnTo>
                    <a:pt x="4489" y="1059"/>
                  </a:lnTo>
                  <a:lnTo>
                    <a:pt x="4457" y="1021"/>
                  </a:lnTo>
                  <a:lnTo>
                    <a:pt x="4422" y="984"/>
                  </a:lnTo>
                  <a:lnTo>
                    <a:pt x="4387" y="950"/>
                  </a:lnTo>
                  <a:lnTo>
                    <a:pt x="4350" y="917"/>
                  </a:lnTo>
                  <a:lnTo>
                    <a:pt x="4312" y="886"/>
                  </a:lnTo>
                  <a:lnTo>
                    <a:pt x="4272" y="856"/>
                  </a:lnTo>
                  <a:lnTo>
                    <a:pt x="4230" y="828"/>
                  </a:lnTo>
                  <a:lnTo>
                    <a:pt x="4188" y="802"/>
                  </a:lnTo>
                  <a:lnTo>
                    <a:pt x="4144" y="778"/>
                  </a:lnTo>
                  <a:lnTo>
                    <a:pt x="4099" y="757"/>
                  </a:lnTo>
                  <a:lnTo>
                    <a:pt x="4053" y="737"/>
                  </a:lnTo>
                  <a:lnTo>
                    <a:pt x="4005" y="719"/>
                  </a:lnTo>
                  <a:lnTo>
                    <a:pt x="3957" y="703"/>
                  </a:lnTo>
                  <a:lnTo>
                    <a:pt x="3907" y="689"/>
                  </a:lnTo>
                  <a:lnTo>
                    <a:pt x="3857" y="679"/>
                  </a:lnTo>
                  <a:lnTo>
                    <a:pt x="3806" y="670"/>
                  </a:lnTo>
                  <a:lnTo>
                    <a:pt x="3754" y="663"/>
                  </a:lnTo>
                  <a:lnTo>
                    <a:pt x="3701" y="660"/>
                  </a:lnTo>
                  <a:lnTo>
                    <a:pt x="3648" y="658"/>
                  </a:lnTo>
                  <a:lnTo>
                    <a:pt x="3608" y="660"/>
                  </a:lnTo>
                  <a:lnTo>
                    <a:pt x="3566" y="661"/>
                  </a:lnTo>
                  <a:lnTo>
                    <a:pt x="3526" y="665"/>
                  </a:lnTo>
                  <a:lnTo>
                    <a:pt x="3486" y="670"/>
                  </a:lnTo>
                  <a:lnTo>
                    <a:pt x="3446" y="677"/>
                  </a:lnTo>
                  <a:lnTo>
                    <a:pt x="3407" y="686"/>
                  </a:lnTo>
                  <a:lnTo>
                    <a:pt x="3368" y="695"/>
                  </a:lnTo>
                  <a:lnTo>
                    <a:pt x="3330" y="706"/>
                  </a:lnTo>
                  <a:lnTo>
                    <a:pt x="3294" y="718"/>
                  </a:lnTo>
                  <a:lnTo>
                    <a:pt x="3257" y="732"/>
                  </a:lnTo>
                  <a:lnTo>
                    <a:pt x="3220" y="746"/>
                  </a:lnTo>
                  <a:lnTo>
                    <a:pt x="3185" y="763"/>
                  </a:lnTo>
                  <a:lnTo>
                    <a:pt x="3150" y="779"/>
                  </a:lnTo>
                  <a:lnTo>
                    <a:pt x="3116" y="798"/>
                  </a:lnTo>
                  <a:lnTo>
                    <a:pt x="3083" y="817"/>
                  </a:lnTo>
                  <a:lnTo>
                    <a:pt x="3050" y="838"/>
                  </a:lnTo>
                  <a:lnTo>
                    <a:pt x="3038" y="793"/>
                  </a:lnTo>
                  <a:lnTo>
                    <a:pt x="3024" y="750"/>
                  </a:lnTo>
                  <a:lnTo>
                    <a:pt x="3007" y="707"/>
                  </a:lnTo>
                  <a:lnTo>
                    <a:pt x="2989" y="664"/>
                  </a:lnTo>
                  <a:lnTo>
                    <a:pt x="2970" y="623"/>
                  </a:lnTo>
                  <a:lnTo>
                    <a:pt x="2949" y="583"/>
                  </a:lnTo>
                  <a:lnTo>
                    <a:pt x="2927" y="542"/>
                  </a:lnTo>
                  <a:lnTo>
                    <a:pt x="2903" y="504"/>
                  </a:lnTo>
                  <a:lnTo>
                    <a:pt x="2877" y="467"/>
                  </a:lnTo>
                  <a:lnTo>
                    <a:pt x="2850" y="430"/>
                  </a:lnTo>
                  <a:lnTo>
                    <a:pt x="2821" y="396"/>
                  </a:lnTo>
                  <a:lnTo>
                    <a:pt x="2792" y="361"/>
                  </a:lnTo>
                  <a:lnTo>
                    <a:pt x="2761" y="329"/>
                  </a:lnTo>
                  <a:lnTo>
                    <a:pt x="2728" y="297"/>
                  </a:lnTo>
                  <a:lnTo>
                    <a:pt x="2694" y="268"/>
                  </a:lnTo>
                  <a:lnTo>
                    <a:pt x="2659" y="238"/>
                  </a:lnTo>
                  <a:lnTo>
                    <a:pt x="2623" y="211"/>
                  </a:lnTo>
                  <a:lnTo>
                    <a:pt x="2586" y="185"/>
                  </a:lnTo>
                  <a:lnTo>
                    <a:pt x="2548" y="161"/>
                  </a:lnTo>
                  <a:lnTo>
                    <a:pt x="2509" y="139"/>
                  </a:lnTo>
                  <a:lnTo>
                    <a:pt x="2468" y="117"/>
                  </a:lnTo>
                  <a:lnTo>
                    <a:pt x="2427" y="97"/>
                  </a:lnTo>
                  <a:lnTo>
                    <a:pt x="2384" y="79"/>
                  </a:lnTo>
                  <a:lnTo>
                    <a:pt x="2342" y="63"/>
                  </a:lnTo>
                  <a:lnTo>
                    <a:pt x="2298" y="49"/>
                  </a:lnTo>
                  <a:lnTo>
                    <a:pt x="2253" y="36"/>
                  </a:lnTo>
                  <a:lnTo>
                    <a:pt x="2208" y="25"/>
                  </a:lnTo>
                  <a:lnTo>
                    <a:pt x="2162" y="17"/>
                  </a:lnTo>
                  <a:lnTo>
                    <a:pt x="2114" y="9"/>
                  </a:lnTo>
                  <a:lnTo>
                    <a:pt x="2067" y="4"/>
                  </a:lnTo>
                  <a:lnTo>
                    <a:pt x="2019" y="1"/>
                  </a:lnTo>
                  <a:lnTo>
                    <a:pt x="1971" y="0"/>
                  </a:lnTo>
                  <a:lnTo>
                    <a:pt x="1941" y="0"/>
                  </a:lnTo>
                  <a:lnTo>
                    <a:pt x="1913" y="1"/>
                  </a:lnTo>
                  <a:lnTo>
                    <a:pt x="1884" y="4"/>
                  </a:lnTo>
                  <a:lnTo>
                    <a:pt x="1856" y="6"/>
                  </a:lnTo>
                  <a:lnTo>
                    <a:pt x="1829" y="8"/>
                  </a:lnTo>
                  <a:lnTo>
                    <a:pt x="1800" y="13"/>
                  </a:lnTo>
                  <a:lnTo>
                    <a:pt x="1746" y="23"/>
                  </a:lnTo>
                  <a:lnTo>
                    <a:pt x="1691" y="34"/>
                  </a:lnTo>
                  <a:lnTo>
                    <a:pt x="1638" y="50"/>
                  </a:lnTo>
                  <a:lnTo>
                    <a:pt x="1587" y="68"/>
                  </a:lnTo>
                  <a:lnTo>
                    <a:pt x="1536" y="88"/>
                  </a:lnTo>
                  <a:lnTo>
                    <a:pt x="1487" y="110"/>
                  </a:lnTo>
                  <a:lnTo>
                    <a:pt x="1438" y="135"/>
                  </a:lnTo>
                  <a:lnTo>
                    <a:pt x="1392" y="161"/>
                  </a:lnTo>
                  <a:lnTo>
                    <a:pt x="1347" y="191"/>
                  </a:lnTo>
                  <a:lnTo>
                    <a:pt x="1303" y="221"/>
                  </a:lnTo>
                  <a:lnTo>
                    <a:pt x="1260" y="255"/>
                  </a:lnTo>
                  <a:lnTo>
                    <a:pt x="1220" y="290"/>
                  </a:lnTo>
                  <a:lnTo>
                    <a:pt x="1181" y="327"/>
                  </a:lnTo>
                  <a:lnTo>
                    <a:pt x="1144" y="366"/>
                  </a:lnTo>
                  <a:lnTo>
                    <a:pt x="1109" y="406"/>
                  </a:lnTo>
                  <a:lnTo>
                    <a:pt x="1076" y="448"/>
                  </a:lnTo>
                  <a:lnTo>
                    <a:pt x="1045" y="491"/>
                  </a:lnTo>
                  <a:lnTo>
                    <a:pt x="1016" y="538"/>
                  </a:lnTo>
                  <a:lnTo>
                    <a:pt x="989" y="584"/>
                  </a:lnTo>
                  <a:lnTo>
                    <a:pt x="964" y="632"/>
                  </a:lnTo>
                  <a:lnTo>
                    <a:pt x="942" y="681"/>
                  </a:lnTo>
                  <a:lnTo>
                    <a:pt x="922" y="732"/>
                  </a:lnTo>
                  <a:lnTo>
                    <a:pt x="905" y="784"/>
                  </a:lnTo>
                  <a:lnTo>
                    <a:pt x="890" y="837"/>
                  </a:lnTo>
                  <a:lnTo>
                    <a:pt x="877" y="890"/>
                  </a:lnTo>
                  <a:lnTo>
                    <a:pt x="867" y="946"/>
                  </a:lnTo>
                  <a:lnTo>
                    <a:pt x="864" y="973"/>
                  </a:lnTo>
                  <a:lnTo>
                    <a:pt x="860" y="1002"/>
                  </a:lnTo>
                  <a:lnTo>
                    <a:pt x="858" y="1030"/>
                  </a:lnTo>
                  <a:lnTo>
                    <a:pt x="855" y="1059"/>
                  </a:lnTo>
                  <a:lnTo>
                    <a:pt x="855" y="1087"/>
                  </a:lnTo>
                  <a:lnTo>
                    <a:pt x="854" y="1115"/>
                  </a:lnTo>
                  <a:lnTo>
                    <a:pt x="855" y="1150"/>
                  </a:lnTo>
                  <a:lnTo>
                    <a:pt x="857" y="1183"/>
                  </a:lnTo>
                  <a:lnTo>
                    <a:pt x="860" y="1216"/>
                  </a:lnTo>
                  <a:lnTo>
                    <a:pt x="864" y="1250"/>
                  </a:lnTo>
                  <a:lnTo>
                    <a:pt x="845" y="1249"/>
                  </a:lnTo>
                  <a:lnTo>
                    <a:pt x="801" y="1250"/>
                  </a:lnTo>
                  <a:lnTo>
                    <a:pt x="758" y="1253"/>
                  </a:lnTo>
                  <a:lnTo>
                    <a:pt x="716" y="1259"/>
                  </a:lnTo>
                  <a:lnTo>
                    <a:pt x="674" y="1266"/>
                  </a:lnTo>
                  <a:lnTo>
                    <a:pt x="633" y="1275"/>
                  </a:lnTo>
                  <a:lnTo>
                    <a:pt x="594" y="1287"/>
                  </a:lnTo>
                  <a:lnTo>
                    <a:pt x="555" y="1300"/>
                  </a:lnTo>
                  <a:lnTo>
                    <a:pt x="515" y="1316"/>
                  </a:lnTo>
                  <a:lnTo>
                    <a:pt x="479" y="1332"/>
                  </a:lnTo>
                  <a:lnTo>
                    <a:pt x="442" y="1351"/>
                  </a:lnTo>
                  <a:lnTo>
                    <a:pt x="407" y="1371"/>
                  </a:lnTo>
                  <a:lnTo>
                    <a:pt x="372" y="1393"/>
                  </a:lnTo>
                  <a:lnTo>
                    <a:pt x="339" y="1416"/>
                  </a:lnTo>
                  <a:lnTo>
                    <a:pt x="307" y="1441"/>
                  </a:lnTo>
                  <a:lnTo>
                    <a:pt x="277" y="1468"/>
                  </a:lnTo>
                  <a:lnTo>
                    <a:pt x="248" y="1496"/>
                  </a:lnTo>
                  <a:lnTo>
                    <a:pt x="219" y="1525"/>
                  </a:lnTo>
                  <a:lnTo>
                    <a:pt x="193" y="1556"/>
                  </a:lnTo>
                  <a:lnTo>
                    <a:pt x="169" y="1588"/>
                  </a:lnTo>
                  <a:lnTo>
                    <a:pt x="145" y="1621"/>
                  </a:lnTo>
                  <a:lnTo>
                    <a:pt x="122" y="1655"/>
                  </a:lnTo>
                  <a:lnTo>
                    <a:pt x="102" y="1690"/>
                  </a:lnTo>
                  <a:lnTo>
                    <a:pt x="83" y="1726"/>
                  </a:lnTo>
                  <a:lnTo>
                    <a:pt x="67" y="1764"/>
                  </a:lnTo>
                  <a:lnTo>
                    <a:pt x="51" y="1802"/>
                  </a:lnTo>
                  <a:lnTo>
                    <a:pt x="38" y="1841"/>
                  </a:lnTo>
                  <a:lnTo>
                    <a:pt x="28" y="1882"/>
                  </a:lnTo>
                  <a:lnTo>
                    <a:pt x="18" y="1923"/>
                  </a:lnTo>
                  <a:lnTo>
                    <a:pt x="10" y="1965"/>
                  </a:lnTo>
                  <a:lnTo>
                    <a:pt x="5" y="2006"/>
                  </a:lnTo>
                  <a:lnTo>
                    <a:pt x="2" y="2049"/>
                  </a:lnTo>
                  <a:lnTo>
                    <a:pt x="0" y="2092"/>
                  </a:lnTo>
                  <a:lnTo>
                    <a:pt x="2" y="2135"/>
                  </a:lnTo>
                  <a:lnTo>
                    <a:pt x="5" y="2176"/>
                  </a:lnTo>
                  <a:lnTo>
                    <a:pt x="10" y="2217"/>
                  </a:lnTo>
                  <a:lnTo>
                    <a:pt x="17" y="2257"/>
                  </a:lnTo>
                  <a:lnTo>
                    <a:pt x="25" y="2297"/>
                  </a:lnTo>
                  <a:lnTo>
                    <a:pt x="36" y="2336"/>
                  </a:lnTo>
                  <a:lnTo>
                    <a:pt x="49" y="2374"/>
                  </a:lnTo>
                  <a:lnTo>
                    <a:pt x="63" y="2411"/>
                  </a:lnTo>
                  <a:lnTo>
                    <a:pt x="79" y="2448"/>
                  </a:lnTo>
                  <a:lnTo>
                    <a:pt x="96" y="2483"/>
                  </a:lnTo>
                  <a:lnTo>
                    <a:pt x="115" y="2517"/>
                  </a:lnTo>
                  <a:lnTo>
                    <a:pt x="137" y="2552"/>
                  </a:lnTo>
                  <a:lnTo>
                    <a:pt x="159" y="2584"/>
                  </a:lnTo>
                  <a:lnTo>
                    <a:pt x="183" y="2615"/>
                  </a:lnTo>
                  <a:lnTo>
                    <a:pt x="208" y="2645"/>
                  </a:lnTo>
                  <a:lnTo>
                    <a:pt x="234" y="2674"/>
                  </a:lnTo>
                  <a:lnTo>
                    <a:pt x="262" y="2702"/>
                  </a:lnTo>
                  <a:lnTo>
                    <a:pt x="290" y="2728"/>
                  </a:lnTo>
                  <a:lnTo>
                    <a:pt x="321" y="2753"/>
                  </a:lnTo>
                  <a:lnTo>
                    <a:pt x="352" y="2777"/>
                  </a:lnTo>
                  <a:lnTo>
                    <a:pt x="385" y="2799"/>
                  </a:lnTo>
                  <a:lnTo>
                    <a:pt x="418" y="2819"/>
                  </a:lnTo>
                  <a:lnTo>
                    <a:pt x="453" y="2840"/>
                  </a:lnTo>
                  <a:lnTo>
                    <a:pt x="488" y="2856"/>
                  </a:lnTo>
                  <a:lnTo>
                    <a:pt x="525" y="2873"/>
                  </a:lnTo>
                  <a:lnTo>
                    <a:pt x="563" y="2887"/>
                  </a:lnTo>
                  <a:lnTo>
                    <a:pt x="601" y="2899"/>
                  </a:lnTo>
                  <a:lnTo>
                    <a:pt x="640" y="2909"/>
                  </a:lnTo>
                  <a:lnTo>
                    <a:pt x="679" y="2919"/>
                  </a:lnTo>
                  <a:lnTo>
                    <a:pt x="719" y="2926"/>
                  </a:lnTo>
                  <a:lnTo>
                    <a:pt x="761" y="2931"/>
                  </a:lnTo>
                  <a:lnTo>
                    <a:pt x="802" y="2934"/>
                  </a:lnTo>
                  <a:lnTo>
                    <a:pt x="802" y="2936"/>
                  </a:lnTo>
                  <a:lnTo>
                    <a:pt x="4682" y="2936"/>
                  </a:lnTo>
                  <a:lnTo>
                    <a:pt x="4682" y="2933"/>
                  </a:lnTo>
                  <a:lnTo>
                    <a:pt x="4693" y="2934"/>
                  </a:lnTo>
                  <a:lnTo>
                    <a:pt x="4706" y="2936"/>
                  </a:lnTo>
                  <a:lnTo>
                    <a:pt x="4740" y="2936"/>
                  </a:lnTo>
                  <a:lnTo>
                    <a:pt x="4772" y="2933"/>
                  </a:lnTo>
                  <a:lnTo>
                    <a:pt x="4804" y="2928"/>
                  </a:lnTo>
                  <a:lnTo>
                    <a:pt x="4836" y="2922"/>
                  </a:lnTo>
                  <a:lnTo>
                    <a:pt x="4866" y="2915"/>
                  </a:lnTo>
                  <a:lnTo>
                    <a:pt x="4896" y="2907"/>
                  </a:lnTo>
                  <a:lnTo>
                    <a:pt x="4926" y="2898"/>
                  </a:lnTo>
                  <a:lnTo>
                    <a:pt x="4955" y="2886"/>
                  </a:lnTo>
                  <a:lnTo>
                    <a:pt x="4984" y="2873"/>
                  </a:lnTo>
                  <a:lnTo>
                    <a:pt x="5011" y="2859"/>
                  </a:lnTo>
                  <a:lnTo>
                    <a:pt x="5038" y="2843"/>
                  </a:lnTo>
                  <a:lnTo>
                    <a:pt x="5063" y="2827"/>
                  </a:lnTo>
                  <a:lnTo>
                    <a:pt x="5089" y="2809"/>
                  </a:lnTo>
                  <a:lnTo>
                    <a:pt x="5113" y="2790"/>
                  </a:lnTo>
                  <a:lnTo>
                    <a:pt x="5135" y="2770"/>
                  </a:lnTo>
                  <a:lnTo>
                    <a:pt x="5158" y="2748"/>
                  </a:lnTo>
                  <a:lnTo>
                    <a:pt x="5179" y="2727"/>
                  </a:lnTo>
                  <a:lnTo>
                    <a:pt x="5199" y="2703"/>
                  </a:lnTo>
                  <a:lnTo>
                    <a:pt x="5218" y="2680"/>
                  </a:lnTo>
                  <a:lnTo>
                    <a:pt x="5236" y="2655"/>
                  </a:lnTo>
                  <a:lnTo>
                    <a:pt x="5252" y="2629"/>
                  </a:lnTo>
                  <a:lnTo>
                    <a:pt x="5268" y="2602"/>
                  </a:lnTo>
                  <a:lnTo>
                    <a:pt x="5282" y="2574"/>
                  </a:lnTo>
                  <a:lnTo>
                    <a:pt x="5295" y="2546"/>
                  </a:lnTo>
                  <a:lnTo>
                    <a:pt x="5306" y="2517"/>
                  </a:lnTo>
                  <a:lnTo>
                    <a:pt x="5316" y="2488"/>
                  </a:lnTo>
                  <a:lnTo>
                    <a:pt x="5325" y="2457"/>
                  </a:lnTo>
                  <a:lnTo>
                    <a:pt x="5332" y="2426"/>
                  </a:lnTo>
                  <a:lnTo>
                    <a:pt x="5338" y="2394"/>
                  </a:lnTo>
                  <a:lnTo>
                    <a:pt x="5341" y="2362"/>
                  </a:lnTo>
                  <a:lnTo>
                    <a:pt x="5344" y="2330"/>
                  </a:lnTo>
                  <a:lnTo>
                    <a:pt x="5345" y="2297"/>
                  </a:lnTo>
                  <a:lnTo>
                    <a:pt x="5344" y="2265"/>
                  </a:lnTo>
                  <a:lnTo>
                    <a:pt x="5341" y="2233"/>
                  </a:lnTo>
                  <a:lnTo>
                    <a:pt x="5338" y="2203"/>
                  </a:lnTo>
                  <a:lnTo>
                    <a:pt x="5333" y="2172"/>
                  </a:lnTo>
                  <a:lnTo>
                    <a:pt x="5326" y="2141"/>
                  </a:lnTo>
                  <a:lnTo>
                    <a:pt x="5318" y="2111"/>
                  </a:lnTo>
                  <a:lnTo>
                    <a:pt x="5308" y="2083"/>
                  </a:lnTo>
                  <a:lnTo>
                    <a:pt x="5296" y="2054"/>
                  </a:lnTo>
                  <a:lnTo>
                    <a:pt x="5284" y="2026"/>
                  </a:lnTo>
                  <a:lnTo>
                    <a:pt x="5271" y="2000"/>
                  </a:lnTo>
                  <a:lnTo>
                    <a:pt x="5256" y="1974"/>
                  </a:lnTo>
                  <a:lnTo>
                    <a:pt x="5241" y="1948"/>
                  </a:lnTo>
                  <a:lnTo>
                    <a:pt x="5223" y="1923"/>
                  </a:lnTo>
                  <a:lnTo>
                    <a:pt x="5205" y="1899"/>
                  </a:lnTo>
                  <a:lnTo>
                    <a:pt x="5185" y="1877"/>
                  </a:lnTo>
                  <a:lnTo>
                    <a:pt x="5165" y="1854"/>
                  </a:lnTo>
                  <a:lnTo>
                    <a:pt x="5143" y="1834"/>
                  </a:lnTo>
                  <a:lnTo>
                    <a:pt x="5121" y="1814"/>
                  </a:lnTo>
                  <a:lnTo>
                    <a:pt x="5098" y="1795"/>
                  </a:lnTo>
                  <a:lnTo>
                    <a:pt x="5074" y="1777"/>
                  </a:lnTo>
                  <a:lnTo>
                    <a:pt x="5049" y="1761"/>
                  </a:lnTo>
                  <a:lnTo>
                    <a:pt x="5023" y="1745"/>
                  </a:lnTo>
                  <a:lnTo>
                    <a:pt x="4997" y="1731"/>
                  </a:lnTo>
                  <a:lnTo>
                    <a:pt x="4969" y="1717"/>
                  </a:lnTo>
                  <a:lnTo>
                    <a:pt x="4941" y="1706"/>
                  </a:lnTo>
                  <a:lnTo>
                    <a:pt x="4913" y="1696"/>
                  </a:lnTo>
                  <a:lnTo>
                    <a:pt x="4883" y="1686"/>
                  </a:lnTo>
                  <a:lnTo>
                    <a:pt x="4853" y="1678"/>
                  </a:lnTo>
                  <a:lnTo>
                    <a:pt x="4823" y="1672"/>
                  </a:lnTo>
                  <a:lnTo>
                    <a:pt x="4792" y="1667"/>
                  </a:lnTo>
                  <a:lnTo>
                    <a:pt x="4761" y="1664"/>
                  </a:lnTo>
                  <a:lnTo>
                    <a:pt x="4729" y="16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defTabSz="9142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67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" name="文本框 5"/>
            <p:cNvSpPr txBox="1">
              <a:spLocks noChangeArrowheads="1"/>
            </p:cNvSpPr>
            <p:nvPr/>
          </p:nvSpPr>
          <p:spPr bwMode="auto">
            <a:xfrm>
              <a:off x="4508159" y="864629"/>
              <a:ext cx="433287" cy="45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3733">
                  <a:solidFill>
                    <a:schemeClr val="bg1"/>
                  </a:solidFill>
                  <a:cs typeface="Arial" pitchFamily="34" charset="0"/>
                </a:rPr>
                <a:t>1</a:t>
              </a:r>
              <a:endParaRPr lang="zh-CN" altLang="en-US" sz="3733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179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1363135" y="359836"/>
            <a:ext cx="458470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2667" b="1">
                <a:latin typeface="微软雅黑" pitchFamily="34" charset="-122"/>
              </a:rPr>
              <a:t>此处添加您的标题</a:t>
            </a:r>
            <a:endParaRPr lang="id-ID" altLang="zh-CN" sz="2667" b="1">
              <a:latin typeface="微软雅黑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390651" y="840322"/>
            <a:ext cx="3570816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id-ID" altLang="zh-CN" sz="1333"/>
              <a:t>Biscuit oat cake carrot cake muffin jelly</a:t>
            </a:r>
            <a:endParaRPr lang="zh-CN" altLang="en-US" sz="1333"/>
          </a:p>
        </p:txBody>
      </p:sp>
      <p:grpSp>
        <p:nvGrpSpPr>
          <p:cNvPr id="4" name="组合 8"/>
          <p:cNvGrpSpPr>
            <a:grpSpLocks/>
          </p:cNvGrpSpPr>
          <p:nvPr userDrawn="1"/>
        </p:nvGrpSpPr>
        <p:grpSpPr bwMode="auto">
          <a:xfrm>
            <a:off x="275175" y="421220"/>
            <a:ext cx="1087967" cy="666786"/>
            <a:chOff x="4353620" y="864629"/>
            <a:chExt cx="742365" cy="456068"/>
          </a:xfrm>
        </p:grpSpPr>
        <p:sp>
          <p:nvSpPr>
            <p:cNvPr id="5" name="KSO_Shape"/>
            <p:cNvSpPr>
              <a:spLocks/>
            </p:cNvSpPr>
            <p:nvPr/>
          </p:nvSpPr>
          <p:spPr bwMode="auto">
            <a:xfrm>
              <a:off x="4353620" y="866076"/>
              <a:ext cx="742365" cy="408268"/>
            </a:xfrm>
            <a:custGeom>
              <a:avLst/>
              <a:gdLst>
                <a:gd name="T0" fmla="*/ 2147483646 w 5345"/>
                <a:gd name="T1" fmla="*/ 2147483646 h 2936"/>
                <a:gd name="T2" fmla="*/ 2147483646 w 5345"/>
                <a:gd name="T3" fmla="*/ 2147483646 h 2936"/>
                <a:gd name="T4" fmla="*/ 2147483646 w 5345"/>
                <a:gd name="T5" fmla="*/ 2147483646 h 2936"/>
                <a:gd name="T6" fmla="*/ 2147483646 w 5345"/>
                <a:gd name="T7" fmla="*/ 2147483646 h 2936"/>
                <a:gd name="T8" fmla="*/ 2147483646 w 5345"/>
                <a:gd name="T9" fmla="*/ 2147483646 h 2936"/>
                <a:gd name="T10" fmla="*/ 2147483646 w 5345"/>
                <a:gd name="T11" fmla="*/ 2147483646 h 2936"/>
                <a:gd name="T12" fmla="*/ 2147483646 w 5345"/>
                <a:gd name="T13" fmla="*/ 2147483646 h 2936"/>
                <a:gd name="T14" fmla="*/ 2147483646 w 5345"/>
                <a:gd name="T15" fmla="*/ 2147483646 h 2936"/>
                <a:gd name="T16" fmla="*/ 2147483646 w 5345"/>
                <a:gd name="T17" fmla="*/ 2147483646 h 2936"/>
                <a:gd name="T18" fmla="*/ 2147483646 w 5345"/>
                <a:gd name="T19" fmla="*/ 2147483646 h 2936"/>
                <a:gd name="T20" fmla="*/ 2147483646 w 5345"/>
                <a:gd name="T21" fmla="*/ 2147483646 h 2936"/>
                <a:gd name="T22" fmla="*/ 2147483646 w 5345"/>
                <a:gd name="T23" fmla="*/ 2147483646 h 2936"/>
                <a:gd name="T24" fmla="*/ 2147483646 w 5345"/>
                <a:gd name="T25" fmla="*/ 2147483646 h 2936"/>
                <a:gd name="T26" fmla="*/ 2147483646 w 5345"/>
                <a:gd name="T27" fmla="*/ 2147483646 h 2936"/>
                <a:gd name="T28" fmla="*/ 2147483646 w 5345"/>
                <a:gd name="T29" fmla="*/ 2147483646 h 2936"/>
                <a:gd name="T30" fmla="*/ 2147483646 w 5345"/>
                <a:gd name="T31" fmla="*/ 772639970 h 2936"/>
                <a:gd name="T32" fmla="*/ 2147483646 w 5345"/>
                <a:gd name="T33" fmla="*/ 0 h 2936"/>
                <a:gd name="T34" fmla="*/ 2147483646 w 5345"/>
                <a:gd name="T35" fmla="*/ 363587807 h 2936"/>
                <a:gd name="T36" fmla="*/ 2147483646 w 5345"/>
                <a:gd name="T37" fmla="*/ 2147483646 h 2936"/>
                <a:gd name="T38" fmla="*/ 2147483646 w 5345"/>
                <a:gd name="T39" fmla="*/ 2147483646 h 2936"/>
                <a:gd name="T40" fmla="*/ 2147483646 w 5345"/>
                <a:gd name="T41" fmla="*/ 2147483646 h 2936"/>
                <a:gd name="T42" fmla="*/ 2147483646 w 5345"/>
                <a:gd name="T43" fmla="*/ 2147483646 h 2936"/>
                <a:gd name="T44" fmla="*/ 2147483646 w 5345"/>
                <a:gd name="T45" fmla="*/ 2147483646 h 2936"/>
                <a:gd name="T46" fmla="*/ 2147483646 w 5345"/>
                <a:gd name="T47" fmla="*/ 2147483646 h 2936"/>
                <a:gd name="T48" fmla="*/ 2147483646 w 5345"/>
                <a:gd name="T49" fmla="*/ 2147483646 h 2936"/>
                <a:gd name="T50" fmla="*/ 2147483646 w 5345"/>
                <a:gd name="T51" fmla="*/ 2147483646 h 2936"/>
                <a:gd name="T52" fmla="*/ 2147483646 w 5345"/>
                <a:gd name="T53" fmla="*/ 2147483646 h 2936"/>
                <a:gd name="T54" fmla="*/ 2147483646 w 5345"/>
                <a:gd name="T55" fmla="*/ 2147483646 h 2936"/>
                <a:gd name="T56" fmla="*/ 2147483646 w 5345"/>
                <a:gd name="T57" fmla="*/ 2147483646 h 2936"/>
                <a:gd name="T58" fmla="*/ 2147483646 w 5345"/>
                <a:gd name="T59" fmla="*/ 2147483646 h 2936"/>
                <a:gd name="T60" fmla="*/ 2147483646 w 5345"/>
                <a:gd name="T61" fmla="*/ 2147483646 h 2936"/>
                <a:gd name="T62" fmla="*/ 452722804 w 5345"/>
                <a:gd name="T63" fmla="*/ 2147483646 h 2936"/>
                <a:gd name="T64" fmla="*/ 90570008 w 5345"/>
                <a:gd name="T65" fmla="*/ 2147483646 h 2936"/>
                <a:gd name="T66" fmla="*/ 1629877726 w 5345"/>
                <a:gd name="T67" fmla="*/ 2147483646 h 2936"/>
                <a:gd name="T68" fmla="*/ 2147483646 w 5345"/>
                <a:gd name="T69" fmla="*/ 2147483646 h 2936"/>
                <a:gd name="T70" fmla="*/ 2147483646 w 5345"/>
                <a:gd name="T71" fmla="*/ 2147483646 h 2936"/>
                <a:gd name="T72" fmla="*/ 2147483646 w 5345"/>
                <a:gd name="T73" fmla="*/ 2147483646 h 2936"/>
                <a:gd name="T74" fmla="*/ 2147483646 w 5345"/>
                <a:gd name="T75" fmla="*/ 2147483646 h 2936"/>
                <a:gd name="T76" fmla="*/ 2147483646 w 5345"/>
                <a:gd name="T77" fmla="*/ 2147483646 h 2936"/>
                <a:gd name="T78" fmla="*/ 2147483646 w 5345"/>
                <a:gd name="T79" fmla="*/ 2147483646 h 2936"/>
                <a:gd name="T80" fmla="*/ 2147483646 w 5345"/>
                <a:gd name="T81" fmla="*/ 2147483646 h 2936"/>
                <a:gd name="T82" fmla="*/ 2147483646 w 5345"/>
                <a:gd name="T83" fmla="*/ 2147483646 h 2936"/>
                <a:gd name="T84" fmla="*/ 2147483646 w 5345"/>
                <a:gd name="T85" fmla="*/ 2147483646 h 2936"/>
                <a:gd name="T86" fmla="*/ 2147483646 w 5345"/>
                <a:gd name="T87" fmla="*/ 2147483646 h 2936"/>
                <a:gd name="T88" fmla="*/ 2147483646 w 5345"/>
                <a:gd name="T89" fmla="*/ 2147483646 h 2936"/>
                <a:gd name="T90" fmla="*/ 2147483646 w 5345"/>
                <a:gd name="T91" fmla="*/ 2147483646 h 2936"/>
                <a:gd name="T92" fmla="*/ 2147483646 w 5345"/>
                <a:gd name="T93" fmla="*/ 2147483646 h 2936"/>
                <a:gd name="T94" fmla="*/ 2147483646 w 5345"/>
                <a:gd name="T95" fmla="*/ 2147483646 h 2936"/>
                <a:gd name="T96" fmla="*/ 2147483646 w 5345"/>
                <a:gd name="T97" fmla="*/ 2147483646 h 2936"/>
                <a:gd name="T98" fmla="*/ 2147483646 w 5345"/>
                <a:gd name="T99" fmla="*/ 2147483646 h 2936"/>
                <a:gd name="T100" fmla="*/ 2147483646 w 5345"/>
                <a:gd name="T101" fmla="*/ 2147483646 h 2936"/>
                <a:gd name="T102" fmla="*/ 2147483646 w 5345"/>
                <a:gd name="T103" fmla="*/ 2147483646 h 2936"/>
                <a:gd name="T104" fmla="*/ 2147483646 w 5345"/>
                <a:gd name="T105" fmla="*/ 2147483646 h 29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345" h="2936">
                  <a:moveTo>
                    <a:pt x="4729" y="1661"/>
                  </a:moveTo>
                  <a:lnTo>
                    <a:pt x="4729" y="1661"/>
                  </a:lnTo>
                  <a:lnTo>
                    <a:pt x="4723" y="1609"/>
                  </a:lnTo>
                  <a:lnTo>
                    <a:pt x="4716" y="1558"/>
                  </a:lnTo>
                  <a:lnTo>
                    <a:pt x="4706" y="1507"/>
                  </a:lnTo>
                  <a:lnTo>
                    <a:pt x="4693" y="1458"/>
                  </a:lnTo>
                  <a:lnTo>
                    <a:pt x="4679" y="1409"/>
                  </a:lnTo>
                  <a:lnTo>
                    <a:pt x="4663" y="1361"/>
                  </a:lnTo>
                  <a:lnTo>
                    <a:pt x="4644" y="1314"/>
                  </a:lnTo>
                  <a:lnTo>
                    <a:pt x="4622" y="1268"/>
                  </a:lnTo>
                  <a:lnTo>
                    <a:pt x="4600" y="1223"/>
                  </a:lnTo>
                  <a:lnTo>
                    <a:pt x="4575" y="1181"/>
                  </a:lnTo>
                  <a:lnTo>
                    <a:pt x="4548" y="1138"/>
                  </a:lnTo>
                  <a:lnTo>
                    <a:pt x="4519" y="1098"/>
                  </a:lnTo>
                  <a:lnTo>
                    <a:pt x="4489" y="1059"/>
                  </a:lnTo>
                  <a:lnTo>
                    <a:pt x="4457" y="1021"/>
                  </a:lnTo>
                  <a:lnTo>
                    <a:pt x="4422" y="984"/>
                  </a:lnTo>
                  <a:lnTo>
                    <a:pt x="4387" y="950"/>
                  </a:lnTo>
                  <a:lnTo>
                    <a:pt x="4350" y="917"/>
                  </a:lnTo>
                  <a:lnTo>
                    <a:pt x="4312" y="886"/>
                  </a:lnTo>
                  <a:lnTo>
                    <a:pt x="4272" y="856"/>
                  </a:lnTo>
                  <a:lnTo>
                    <a:pt x="4230" y="828"/>
                  </a:lnTo>
                  <a:lnTo>
                    <a:pt x="4188" y="802"/>
                  </a:lnTo>
                  <a:lnTo>
                    <a:pt x="4144" y="778"/>
                  </a:lnTo>
                  <a:lnTo>
                    <a:pt x="4099" y="757"/>
                  </a:lnTo>
                  <a:lnTo>
                    <a:pt x="4053" y="737"/>
                  </a:lnTo>
                  <a:lnTo>
                    <a:pt x="4005" y="719"/>
                  </a:lnTo>
                  <a:lnTo>
                    <a:pt x="3957" y="703"/>
                  </a:lnTo>
                  <a:lnTo>
                    <a:pt x="3907" y="689"/>
                  </a:lnTo>
                  <a:lnTo>
                    <a:pt x="3857" y="679"/>
                  </a:lnTo>
                  <a:lnTo>
                    <a:pt x="3806" y="670"/>
                  </a:lnTo>
                  <a:lnTo>
                    <a:pt x="3754" y="663"/>
                  </a:lnTo>
                  <a:lnTo>
                    <a:pt x="3701" y="660"/>
                  </a:lnTo>
                  <a:lnTo>
                    <a:pt x="3648" y="658"/>
                  </a:lnTo>
                  <a:lnTo>
                    <a:pt x="3608" y="660"/>
                  </a:lnTo>
                  <a:lnTo>
                    <a:pt x="3566" y="661"/>
                  </a:lnTo>
                  <a:lnTo>
                    <a:pt x="3526" y="665"/>
                  </a:lnTo>
                  <a:lnTo>
                    <a:pt x="3486" y="670"/>
                  </a:lnTo>
                  <a:lnTo>
                    <a:pt x="3446" y="677"/>
                  </a:lnTo>
                  <a:lnTo>
                    <a:pt x="3407" y="686"/>
                  </a:lnTo>
                  <a:lnTo>
                    <a:pt x="3368" y="695"/>
                  </a:lnTo>
                  <a:lnTo>
                    <a:pt x="3330" y="706"/>
                  </a:lnTo>
                  <a:lnTo>
                    <a:pt x="3294" y="718"/>
                  </a:lnTo>
                  <a:lnTo>
                    <a:pt x="3257" y="732"/>
                  </a:lnTo>
                  <a:lnTo>
                    <a:pt x="3220" y="746"/>
                  </a:lnTo>
                  <a:lnTo>
                    <a:pt x="3185" y="763"/>
                  </a:lnTo>
                  <a:lnTo>
                    <a:pt x="3150" y="779"/>
                  </a:lnTo>
                  <a:lnTo>
                    <a:pt x="3116" y="798"/>
                  </a:lnTo>
                  <a:lnTo>
                    <a:pt x="3083" y="817"/>
                  </a:lnTo>
                  <a:lnTo>
                    <a:pt x="3050" y="838"/>
                  </a:lnTo>
                  <a:lnTo>
                    <a:pt x="3038" y="793"/>
                  </a:lnTo>
                  <a:lnTo>
                    <a:pt x="3024" y="750"/>
                  </a:lnTo>
                  <a:lnTo>
                    <a:pt x="3007" y="707"/>
                  </a:lnTo>
                  <a:lnTo>
                    <a:pt x="2989" y="664"/>
                  </a:lnTo>
                  <a:lnTo>
                    <a:pt x="2970" y="623"/>
                  </a:lnTo>
                  <a:lnTo>
                    <a:pt x="2949" y="583"/>
                  </a:lnTo>
                  <a:lnTo>
                    <a:pt x="2927" y="542"/>
                  </a:lnTo>
                  <a:lnTo>
                    <a:pt x="2903" y="504"/>
                  </a:lnTo>
                  <a:lnTo>
                    <a:pt x="2877" y="467"/>
                  </a:lnTo>
                  <a:lnTo>
                    <a:pt x="2850" y="430"/>
                  </a:lnTo>
                  <a:lnTo>
                    <a:pt x="2821" y="396"/>
                  </a:lnTo>
                  <a:lnTo>
                    <a:pt x="2792" y="361"/>
                  </a:lnTo>
                  <a:lnTo>
                    <a:pt x="2761" y="329"/>
                  </a:lnTo>
                  <a:lnTo>
                    <a:pt x="2728" y="297"/>
                  </a:lnTo>
                  <a:lnTo>
                    <a:pt x="2694" y="268"/>
                  </a:lnTo>
                  <a:lnTo>
                    <a:pt x="2659" y="238"/>
                  </a:lnTo>
                  <a:lnTo>
                    <a:pt x="2623" y="211"/>
                  </a:lnTo>
                  <a:lnTo>
                    <a:pt x="2586" y="185"/>
                  </a:lnTo>
                  <a:lnTo>
                    <a:pt x="2548" y="161"/>
                  </a:lnTo>
                  <a:lnTo>
                    <a:pt x="2509" y="139"/>
                  </a:lnTo>
                  <a:lnTo>
                    <a:pt x="2468" y="117"/>
                  </a:lnTo>
                  <a:lnTo>
                    <a:pt x="2427" y="97"/>
                  </a:lnTo>
                  <a:lnTo>
                    <a:pt x="2384" y="79"/>
                  </a:lnTo>
                  <a:lnTo>
                    <a:pt x="2342" y="63"/>
                  </a:lnTo>
                  <a:lnTo>
                    <a:pt x="2298" y="49"/>
                  </a:lnTo>
                  <a:lnTo>
                    <a:pt x="2253" y="36"/>
                  </a:lnTo>
                  <a:lnTo>
                    <a:pt x="2208" y="25"/>
                  </a:lnTo>
                  <a:lnTo>
                    <a:pt x="2162" y="17"/>
                  </a:lnTo>
                  <a:lnTo>
                    <a:pt x="2114" y="9"/>
                  </a:lnTo>
                  <a:lnTo>
                    <a:pt x="2067" y="4"/>
                  </a:lnTo>
                  <a:lnTo>
                    <a:pt x="2019" y="1"/>
                  </a:lnTo>
                  <a:lnTo>
                    <a:pt x="1971" y="0"/>
                  </a:lnTo>
                  <a:lnTo>
                    <a:pt x="1941" y="0"/>
                  </a:lnTo>
                  <a:lnTo>
                    <a:pt x="1913" y="1"/>
                  </a:lnTo>
                  <a:lnTo>
                    <a:pt x="1884" y="4"/>
                  </a:lnTo>
                  <a:lnTo>
                    <a:pt x="1856" y="6"/>
                  </a:lnTo>
                  <a:lnTo>
                    <a:pt x="1829" y="8"/>
                  </a:lnTo>
                  <a:lnTo>
                    <a:pt x="1800" y="13"/>
                  </a:lnTo>
                  <a:lnTo>
                    <a:pt x="1746" y="23"/>
                  </a:lnTo>
                  <a:lnTo>
                    <a:pt x="1691" y="34"/>
                  </a:lnTo>
                  <a:lnTo>
                    <a:pt x="1638" y="50"/>
                  </a:lnTo>
                  <a:lnTo>
                    <a:pt x="1587" y="68"/>
                  </a:lnTo>
                  <a:lnTo>
                    <a:pt x="1536" y="88"/>
                  </a:lnTo>
                  <a:lnTo>
                    <a:pt x="1487" y="110"/>
                  </a:lnTo>
                  <a:lnTo>
                    <a:pt x="1438" y="135"/>
                  </a:lnTo>
                  <a:lnTo>
                    <a:pt x="1392" y="161"/>
                  </a:lnTo>
                  <a:lnTo>
                    <a:pt x="1347" y="191"/>
                  </a:lnTo>
                  <a:lnTo>
                    <a:pt x="1303" y="221"/>
                  </a:lnTo>
                  <a:lnTo>
                    <a:pt x="1260" y="255"/>
                  </a:lnTo>
                  <a:lnTo>
                    <a:pt x="1220" y="290"/>
                  </a:lnTo>
                  <a:lnTo>
                    <a:pt x="1181" y="327"/>
                  </a:lnTo>
                  <a:lnTo>
                    <a:pt x="1144" y="366"/>
                  </a:lnTo>
                  <a:lnTo>
                    <a:pt x="1109" y="406"/>
                  </a:lnTo>
                  <a:lnTo>
                    <a:pt x="1076" y="448"/>
                  </a:lnTo>
                  <a:lnTo>
                    <a:pt x="1045" y="491"/>
                  </a:lnTo>
                  <a:lnTo>
                    <a:pt x="1016" y="538"/>
                  </a:lnTo>
                  <a:lnTo>
                    <a:pt x="989" y="584"/>
                  </a:lnTo>
                  <a:lnTo>
                    <a:pt x="964" y="632"/>
                  </a:lnTo>
                  <a:lnTo>
                    <a:pt x="942" y="681"/>
                  </a:lnTo>
                  <a:lnTo>
                    <a:pt x="922" y="732"/>
                  </a:lnTo>
                  <a:lnTo>
                    <a:pt x="905" y="784"/>
                  </a:lnTo>
                  <a:lnTo>
                    <a:pt x="890" y="837"/>
                  </a:lnTo>
                  <a:lnTo>
                    <a:pt x="877" y="890"/>
                  </a:lnTo>
                  <a:lnTo>
                    <a:pt x="867" y="946"/>
                  </a:lnTo>
                  <a:lnTo>
                    <a:pt x="864" y="973"/>
                  </a:lnTo>
                  <a:lnTo>
                    <a:pt x="860" y="1002"/>
                  </a:lnTo>
                  <a:lnTo>
                    <a:pt x="858" y="1030"/>
                  </a:lnTo>
                  <a:lnTo>
                    <a:pt x="855" y="1059"/>
                  </a:lnTo>
                  <a:lnTo>
                    <a:pt x="855" y="1087"/>
                  </a:lnTo>
                  <a:lnTo>
                    <a:pt x="854" y="1115"/>
                  </a:lnTo>
                  <a:lnTo>
                    <a:pt x="855" y="1150"/>
                  </a:lnTo>
                  <a:lnTo>
                    <a:pt x="857" y="1183"/>
                  </a:lnTo>
                  <a:lnTo>
                    <a:pt x="860" y="1216"/>
                  </a:lnTo>
                  <a:lnTo>
                    <a:pt x="864" y="1250"/>
                  </a:lnTo>
                  <a:lnTo>
                    <a:pt x="845" y="1249"/>
                  </a:lnTo>
                  <a:lnTo>
                    <a:pt x="801" y="1250"/>
                  </a:lnTo>
                  <a:lnTo>
                    <a:pt x="758" y="1253"/>
                  </a:lnTo>
                  <a:lnTo>
                    <a:pt x="716" y="1259"/>
                  </a:lnTo>
                  <a:lnTo>
                    <a:pt x="674" y="1266"/>
                  </a:lnTo>
                  <a:lnTo>
                    <a:pt x="633" y="1275"/>
                  </a:lnTo>
                  <a:lnTo>
                    <a:pt x="594" y="1287"/>
                  </a:lnTo>
                  <a:lnTo>
                    <a:pt x="555" y="1300"/>
                  </a:lnTo>
                  <a:lnTo>
                    <a:pt x="515" y="1316"/>
                  </a:lnTo>
                  <a:lnTo>
                    <a:pt x="479" y="1332"/>
                  </a:lnTo>
                  <a:lnTo>
                    <a:pt x="442" y="1351"/>
                  </a:lnTo>
                  <a:lnTo>
                    <a:pt x="407" y="1371"/>
                  </a:lnTo>
                  <a:lnTo>
                    <a:pt x="372" y="1393"/>
                  </a:lnTo>
                  <a:lnTo>
                    <a:pt x="339" y="1416"/>
                  </a:lnTo>
                  <a:lnTo>
                    <a:pt x="307" y="1441"/>
                  </a:lnTo>
                  <a:lnTo>
                    <a:pt x="277" y="1468"/>
                  </a:lnTo>
                  <a:lnTo>
                    <a:pt x="248" y="1496"/>
                  </a:lnTo>
                  <a:lnTo>
                    <a:pt x="219" y="1525"/>
                  </a:lnTo>
                  <a:lnTo>
                    <a:pt x="193" y="1556"/>
                  </a:lnTo>
                  <a:lnTo>
                    <a:pt x="169" y="1588"/>
                  </a:lnTo>
                  <a:lnTo>
                    <a:pt x="145" y="1621"/>
                  </a:lnTo>
                  <a:lnTo>
                    <a:pt x="122" y="1655"/>
                  </a:lnTo>
                  <a:lnTo>
                    <a:pt x="102" y="1690"/>
                  </a:lnTo>
                  <a:lnTo>
                    <a:pt x="83" y="1726"/>
                  </a:lnTo>
                  <a:lnTo>
                    <a:pt x="67" y="1764"/>
                  </a:lnTo>
                  <a:lnTo>
                    <a:pt x="51" y="1802"/>
                  </a:lnTo>
                  <a:lnTo>
                    <a:pt x="38" y="1841"/>
                  </a:lnTo>
                  <a:lnTo>
                    <a:pt x="28" y="1882"/>
                  </a:lnTo>
                  <a:lnTo>
                    <a:pt x="18" y="1923"/>
                  </a:lnTo>
                  <a:lnTo>
                    <a:pt x="10" y="1965"/>
                  </a:lnTo>
                  <a:lnTo>
                    <a:pt x="5" y="2006"/>
                  </a:lnTo>
                  <a:lnTo>
                    <a:pt x="2" y="2049"/>
                  </a:lnTo>
                  <a:lnTo>
                    <a:pt x="0" y="2092"/>
                  </a:lnTo>
                  <a:lnTo>
                    <a:pt x="2" y="2135"/>
                  </a:lnTo>
                  <a:lnTo>
                    <a:pt x="5" y="2176"/>
                  </a:lnTo>
                  <a:lnTo>
                    <a:pt x="10" y="2217"/>
                  </a:lnTo>
                  <a:lnTo>
                    <a:pt x="17" y="2257"/>
                  </a:lnTo>
                  <a:lnTo>
                    <a:pt x="25" y="2297"/>
                  </a:lnTo>
                  <a:lnTo>
                    <a:pt x="36" y="2336"/>
                  </a:lnTo>
                  <a:lnTo>
                    <a:pt x="49" y="2374"/>
                  </a:lnTo>
                  <a:lnTo>
                    <a:pt x="63" y="2411"/>
                  </a:lnTo>
                  <a:lnTo>
                    <a:pt x="79" y="2448"/>
                  </a:lnTo>
                  <a:lnTo>
                    <a:pt x="96" y="2483"/>
                  </a:lnTo>
                  <a:lnTo>
                    <a:pt x="115" y="2517"/>
                  </a:lnTo>
                  <a:lnTo>
                    <a:pt x="137" y="2552"/>
                  </a:lnTo>
                  <a:lnTo>
                    <a:pt x="159" y="2584"/>
                  </a:lnTo>
                  <a:lnTo>
                    <a:pt x="183" y="2615"/>
                  </a:lnTo>
                  <a:lnTo>
                    <a:pt x="208" y="2645"/>
                  </a:lnTo>
                  <a:lnTo>
                    <a:pt x="234" y="2674"/>
                  </a:lnTo>
                  <a:lnTo>
                    <a:pt x="262" y="2702"/>
                  </a:lnTo>
                  <a:lnTo>
                    <a:pt x="290" y="2728"/>
                  </a:lnTo>
                  <a:lnTo>
                    <a:pt x="321" y="2753"/>
                  </a:lnTo>
                  <a:lnTo>
                    <a:pt x="352" y="2777"/>
                  </a:lnTo>
                  <a:lnTo>
                    <a:pt x="385" y="2799"/>
                  </a:lnTo>
                  <a:lnTo>
                    <a:pt x="418" y="2819"/>
                  </a:lnTo>
                  <a:lnTo>
                    <a:pt x="453" y="2840"/>
                  </a:lnTo>
                  <a:lnTo>
                    <a:pt x="488" y="2856"/>
                  </a:lnTo>
                  <a:lnTo>
                    <a:pt x="525" y="2873"/>
                  </a:lnTo>
                  <a:lnTo>
                    <a:pt x="563" y="2887"/>
                  </a:lnTo>
                  <a:lnTo>
                    <a:pt x="601" y="2899"/>
                  </a:lnTo>
                  <a:lnTo>
                    <a:pt x="640" y="2909"/>
                  </a:lnTo>
                  <a:lnTo>
                    <a:pt x="679" y="2919"/>
                  </a:lnTo>
                  <a:lnTo>
                    <a:pt x="719" y="2926"/>
                  </a:lnTo>
                  <a:lnTo>
                    <a:pt x="761" y="2931"/>
                  </a:lnTo>
                  <a:lnTo>
                    <a:pt x="802" y="2934"/>
                  </a:lnTo>
                  <a:lnTo>
                    <a:pt x="802" y="2936"/>
                  </a:lnTo>
                  <a:lnTo>
                    <a:pt x="4682" y="2936"/>
                  </a:lnTo>
                  <a:lnTo>
                    <a:pt x="4682" y="2933"/>
                  </a:lnTo>
                  <a:lnTo>
                    <a:pt x="4693" y="2934"/>
                  </a:lnTo>
                  <a:lnTo>
                    <a:pt x="4706" y="2936"/>
                  </a:lnTo>
                  <a:lnTo>
                    <a:pt x="4740" y="2936"/>
                  </a:lnTo>
                  <a:lnTo>
                    <a:pt x="4772" y="2933"/>
                  </a:lnTo>
                  <a:lnTo>
                    <a:pt x="4804" y="2928"/>
                  </a:lnTo>
                  <a:lnTo>
                    <a:pt x="4836" y="2922"/>
                  </a:lnTo>
                  <a:lnTo>
                    <a:pt x="4866" y="2915"/>
                  </a:lnTo>
                  <a:lnTo>
                    <a:pt x="4896" y="2907"/>
                  </a:lnTo>
                  <a:lnTo>
                    <a:pt x="4926" y="2898"/>
                  </a:lnTo>
                  <a:lnTo>
                    <a:pt x="4955" y="2886"/>
                  </a:lnTo>
                  <a:lnTo>
                    <a:pt x="4984" y="2873"/>
                  </a:lnTo>
                  <a:lnTo>
                    <a:pt x="5011" y="2859"/>
                  </a:lnTo>
                  <a:lnTo>
                    <a:pt x="5038" y="2843"/>
                  </a:lnTo>
                  <a:lnTo>
                    <a:pt x="5063" y="2827"/>
                  </a:lnTo>
                  <a:lnTo>
                    <a:pt x="5089" y="2809"/>
                  </a:lnTo>
                  <a:lnTo>
                    <a:pt x="5113" y="2790"/>
                  </a:lnTo>
                  <a:lnTo>
                    <a:pt x="5135" y="2770"/>
                  </a:lnTo>
                  <a:lnTo>
                    <a:pt x="5158" y="2748"/>
                  </a:lnTo>
                  <a:lnTo>
                    <a:pt x="5179" y="2727"/>
                  </a:lnTo>
                  <a:lnTo>
                    <a:pt x="5199" y="2703"/>
                  </a:lnTo>
                  <a:lnTo>
                    <a:pt x="5218" y="2680"/>
                  </a:lnTo>
                  <a:lnTo>
                    <a:pt x="5236" y="2655"/>
                  </a:lnTo>
                  <a:lnTo>
                    <a:pt x="5252" y="2629"/>
                  </a:lnTo>
                  <a:lnTo>
                    <a:pt x="5268" y="2602"/>
                  </a:lnTo>
                  <a:lnTo>
                    <a:pt x="5282" y="2574"/>
                  </a:lnTo>
                  <a:lnTo>
                    <a:pt x="5295" y="2546"/>
                  </a:lnTo>
                  <a:lnTo>
                    <a:pt x="5306" y="2517"/>
                  </a:lnTo>
                  <a:lnTo>
                    <a:pt x="5316" y="2488"/>
                  </a:lnTo>
                  <a:lnTo>
                    <a:pt x="5325" y="2457"/>
                  </a:lnTo>
                  <a:lnTo>
                    <a:pt x="5332" y="2426"/>
                  </a:lnTo>
                  <a:lnTo>
                    <a:pt x="5338" y="2394"/>
                  </a:lnTo>
                  <a:lnTo>
                    <a:pt x="5341" y="2362"/>
                  </a:lnTo>
                  <a:lnTo>
                    <a:pt x="5344" y="2330"/>
                  </a:lnTo>
                  <a:lnTo>
                    <a:pt x="5345" y="2297"/>
                  </a:lnTo>
                  <a:lnTo>
                    <a:pt x="5344" y="2265"/>
                  </a:lnTo>
                  <a:lnTo>
                    <a:pt x="5341" y="2233"/>
                  </a:lnTo>
                  <a:lnTo>
                    <a:pt x="5338" y="2203"/>
                  </a:lnTo>
                  <a:lnTo>
                    <a:pt x="5333" y="2172"/>
                  </a:lnTo>
                  <a:lnTo>
                    <a:pt x="5326" y="2141"/>
                  </a:lnTo>
                  <a:lnTo>
                    <a:pt x="5318" y="2111"/>
                  </a:lnTo>
                  <a:lnTo>
                    <a:pt x="5308" y="2083"/>
                  </a:lnTo>
                  <a:lnTo>
                    <a:pt x="5296" y="2054"/>
                  </a:lnTo>
                  <a:lnTo>
                    <a:pt x="5284" y="2026"/>
                  </a:lnTo>
                  <a:lnTo>
                    <a:pt x="5271" y="2000"/>
                  </a:lnTo>
                  <a:lnTo>
                    <a:pt x="5256" y="1974"/>
                  </a:lnTo>
                  <a:lnTo>
                    <a:pt x="5241" y="1948"/>
                  </a:lnTo>
                  <a:lnTo>
                    <a:pt x="5223" y="1923"/>
                  </a:lnTo>
                  <a:lnTo>
                    <a:pt x="5205" y="1899"/>
                  </a:lnTo>
                  <a:lnTo>
                    <a:pt x="5185" y="1877"/>
                  </a:lnTo>
                  <a:lnTo>
                    <a:pt x="5165" y="1854"/>
                  </a:lnTo>
                  <a:lnTo>
                    <a:pt x="5143" y="1834"/>
                  </a:lnTo>
                  <a:lnTo>
                    <a:pt x="5121" y="1814"/>
                  </a:lnTo>
                  <a:lnTo>
                    <a:pt x="5098" y="1795"/>
                  </a:lnTo>
                  <a:lnTo>
                    <a:pt x="5074" y="1777"/>
                  </a:lnTo>
                  <a:lnTo>
                    <a:pt x="5049" y="1761"/>
                  </a:lnTo>
                  <a:lnTo>
                    <a:pt x="5023" y="1745"/>
                  </a:lnTo>
                  <a:lnTo>
                    <a:pt x="4997" y="1731"/>
                  </a:lnTo>
                  <a:lnTo>
                    <a:pt x="4969" y="1717"/>
                  </a:lnTo>
                  <a:lnTo>
                    <a:pt x="4941" y="1706"/>
                  </a:lnTo>
                  <a:lnTo>
                    <a:pt x="4913" y="1696"/>
                  </a:lnTo>
                  <a:lnTo>
                    <a:pt x="4883" y="1686"/>
                  </a:lnTo>
                  <a:lnTo>
                    <a:pt x="4853" y="1678"/>
                  </a:lnTo>
                  <a:lnTo>
                    <a:pt x="4823" y="1672"/>
                  </a:lnTo>
                  <a:lnTo>
                    <a:pt x="4792" y="1667"/>
                  </a:lnTo>
                  <a:lnTo>
                    <a:pt x="4761" y="1664"/>
                  </a:lnTo>
                  <a:lnTo>
                    <a:pt x="4729" y="16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defTabSz="9142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67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" name="文本框 5"/>
            <p:cNvSpPr txBox="1">
              <a:spLocks noChangeArrowheads="1"/>
            </p:cNvSpPr>
            <p:nvPr/>
          </p:nvSpPr>
          <p:spPr bwMode="auto">
            <a:xfrm>
              <a:off x="4508159" y="864629"/>
              <a:ext cx="433287" cy="45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3733">
                  <a:solidFill>
                    <a:schemeClr val="bg1"/>
                  </a:solidFill>
                  <a:cs typeface="Arial" pitchFamily="34" charset="0"/>
                </a:rPr>
                <a:t>2</a:t>
              </a:r>
              <a:endParaRPr lang="zh-CN" altLang="en-US" sz="3733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24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1363135" y="359836"/>
            <a:ext cx="458470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2667" b="1">
                <a:latin typeface="微软雅黑" pitchFamily="34" charset="-122"/>
              </a:rPr>
              <a:t>此处添加您的标题</a:t>
            </a:r>
            <a:endParaRPr lang="id-ID" altLang="zh-CN" sz="2667" b="1">
              <a:latin typeface="微软雅黑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390651" y="840322"/>
            <a:ext cx="3570816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id-ID" altLang="zh-CN" sz="1333"/>
              <a:t>Biscuit oat cake carrot cake muffin jelly</a:t>
            </a:r>
            <a:endParaRPr lang="zh-CN" altLang="en-US" sz="1333"/>
          </a:p>
        </p:txBody>
      </p:sp>
      <p:grpSp>
        <p:nvGrpSpPr>
          <p:cNvPr id="4" name="组合 8"/>
          <p:cNvGrpSpPr>
            <a:grpSpLocks/>
          </p:cNvGrpSpPr>
          <p:nvPr userDrawn="1"/>
        </p:nvGrpSpPr>
        <p:grpSpPr bwMode="auto">
          <a:xfrm>
            <a:off x="275175" y="421220"/>
            <a:ext cx="1087967" cy="666786"/>
            <a:chOff x="4353620" y="864629"/>
            <a:chExt cx="742365" cy="456068"/>
          </a:xfrm>
        </p:grpSpPr>
        <p:sp>
          <p:nvSpPr>
            <p:cNvPr id="5" name="KSO_Shape"/>
            <p:cNvSpPr>
              <a:spLocks/>
            </p:cNvSpPr>
            <p:nvPr/>
          </p:nvSpPr>
          <p:spPr bwMode="auto">
            <a:xfrm>
              <a:off x="4353620" y="866076"/>
              <a:ext cx="742365" cy="408268"/>
            </a:xfrm>
            <a:custGeom>
              <a:avLst/>
              <a:gdLst>
                <a:gd name="T0" fmla="*/ 2147483646 w 5345"/>
                <a:gd name="T1" fmla="*/ 2147483646 h 2936"/>
                <a:gd name="T2" fmla="*/ 2147483646 w 5345"/>
                <a:gd name="T3" fmla="*/ 2147483646 h 2936"/>
                <a:gd name="T4" fmla="*/ 2147483646 w 5345"/>
                <a:gd name="T5" fmla="*/ 2147483646 h 2936"/>
                <a:gd name="T6" fmla="*/ 2147483646 w 5345"/>
                <a:gd name="T7" fmla="*/ 2147483646 h 2936"/>
                <a:gd name="T8" fmla="*/ 2147483646 w 5345"/>
                <a:gd name="T9" fmla="*/ 2147483646 h 2936"/>
                <a:gd name="T10" fmla="*/ 2147483646 w 5345"/>
                <a:gd name="T11" fmla="*/ 2147483646 h 2936"/>
                <a:gd name="T12" fmla="*/ 2147483646 w 5345"/>
                <a:gd name="T13" fmla="*/ 2147483646 h 2936"/>
                <a:gd name="T14" fmla="*/ 2147483646 w 5345"/>
                <a:gd name="T15" fmla="*/ 2147483646 h 2936"/>
                <a:gd name="T16" fmla="*/ 2147483646 w 5345"/>
                <a:gd name="T17" fmla="*/ 2147483646 h 2936"/>
                <a:gd name="T18" fmla="*/ 2147483646 w 5345"/>
                <a:gd name="T19" fmla="*/ 2147483646 h 2936"/>
                <a:gd name="T20" fmla="*/ 2147483646 w 5345"/>
                <a:gd name="T21" fmla="*/ 2147483646 h 2936"/>
                <a:gd name="T22" fmla="*/ 2147483646 w 5345"/>
                <a:gd name="T23" fmla="*/ 2147483646 h 2936"/>
                <a:gd name="T24" fmla="*/ 2147483646 w 5345"/>
                <a:gd name="T25" fmla="*/ 2147483646 h 2936"/>
                <a:gd name="T26" fmla="*/ 2147483646 w 5345"/>
                <a:gd name="T27" fmla="*/ 2147483646 h 2936"/>
                <a:gd name="T28" fmla="*/ 2147483646 w 5345"/>
                <a:gd name="T29" fmla="*/ 2147483646 h 2936"/>
                <a:gd name="T30" fmla="*/ 2147483646 w 5345"/>
                <a:gd name="T31" fmla="*/ 772639970 h 2936"/>
                <a:gd name="T32" fmla="*/ 2147483646 w 5345"/>
                <a:gd name="T33" fmla="*/ 0 h 2936"/>
                <a:gd name="T34" fmla="*/ 2147483646 w 5345"/>
                <a:gd name="T35" fmla="*/ 363587807 h 2936"/>
                <a:gd name="T36" fmla="*/ 2147483646 w 5345"/>
                <a:gd name="T37" fmla="*/ 2147483646 h 2936"/>
                <a:gd name="T38" fmla="*/ 2147483646 w 5345"/>
                <a:gd name="T39" fmla="*/ 2147483646 h 2936"/>
                <a:gd name="T40" fmla="*/ 2147483646 w 5345"/>
                <a:gd name="T41" fmla="*/ 2147483646 h 2936"/>
                <a:gd name="T42" fmla="*/ 2147483646 w 5345"/>
                <a:gd name="T43" fmla="*/ 2147483646 h 2936"/>
                <a:gd name="T44" fmla="*/ 2147483646 w 5345"/>
                <a:gd name="T45" fmla="*/ 2147483646 h 2936"/>
                <a:gd name="T46" fmla="*/ 2147483646 w 5345"/>
                <a:gd name="T47" fmla="*/ 2147483646 h 2936"/>
                <a:gd name="T48" fmla="*/ 2147483646 w 5345"/>
                <a:gd name="T49" fmla="*/ 2147483646 h 2936"/>
                <a:gd name="T50" fmla="*/ 2147483646 w 5345"/>
                <a:gd name="T51" fmla="*/ 2147483646 h 2936"/>
                <a:gd name="T52" fmla="*/ 2147483646 w 5345"/>
                <a:gd name="T53" fmla="*/ 2147483646 h 2936"/>
                <a:gd name="T54" fmla="*/ 2147483646 w 5345"/>
                <a:gd name="T55" fmla="*/ 2147483646 h 2936"/>
                <a:gd name="T56" fmla="*/ 2147483646 w 5345"/>
                <a:gd name="T57" fmla="*/ 2147483646 h 2936"/>
                <a:gd name="T58" fmla="*/ 2147483646 w 5345"/>
                <a:gd name="T59" fmla="*/ 2147483646 h 2936"/>
                <a:gd name="T60" fmla="*/ 2147483646 w 5345"/>
                <a:gd name="T61" fmla="*/ 2147483646 h 2936"/>
                <a:gd name="T62" fmla="*/ 452722804 w 5345"/>
                <a:gd name="T63" fmla="*/ 2147483646 h 2936"/>
                <a:gd name="T64" fmla="*/ 90570008 w 5345"/>
                <a:gd name="T65" fmla="*/ 2147483646 h 2936"/>
                <a:gd name="T66" fmla="*/ 1629877726 w 5345"/>
                <a:gd name="T67" fmla="*/ 2147483646 h 2936"/>
                <a:gd name="T68" fmla="*/ 2147483646 w 5345"/>
                <a:gd name="T69" fmla="*/ 2147483646 h 2936"/>
                <a:gd name="T70" fmla="*/ 2147483646 w 5345"/>
                <a:gd name="T71" fmla="*/ 2147483646 h 2936"/>
                <a:gd name="T72" fmla="*/ 2147483646 w 5345"/>
                <a:gd name="T73" fmla="*/ 2147483646 h 2936"/>
                <a:gd name="T74" fmla="*/ 2147483646 w 5345"/>
                <a:gd name="T75" fmla="*/ 2147483646 h 2936"/>
                <a:gd name="T76" fmla="*/ 2147483646 w 5345"/>
                <a:gd name="T77" fmla="*/ 2147483646 h 2936"/>
                <a:gd name="T78" fmla="*/ 2147483646 w 5345"/>
                <a:gd name="T79" fmla="*/ 2147483646 h 2936"/>
                <a:gd name="T80" fmla="*/ 2147483646 w 5345"/>
                <a:gd name="T81" fmla="*/ 2147483646 h 2936"/>
                <a:gd name="T82" fmla="*/ 2147483646 w 5345"/>
                <a:gd name="T83" fmla="*/ 2147483646 h 2936"/>
                <a:gd name="T84" fmla="*/ 2147483646 w 5345"/>
                <a:gd name="T85" fmla="*/ 2147483646 h 2936"/>
                <a:gd name="T86" fmla="*/ 2147483646 w 5345"/>
                <a:gd name="T87" fmla="*/ 2147483646 h 2936"/>
                <a:gd name="T88" fmla="*/ 2147483646 w 5345"/>
                <a:gd name="T89" fmla="*/ 2147483646 h 2936"/>
                <a:gd name="T90" fmla="*/ 2147483646 w 5345"/>
                <a:gd name="T91" fmla="*/ 2147483646 h 2936"/>
                <a:gd name="T92" fmla="*/ 2147483646 w 5345"/>
                <a:gd name="T93" fmla="*/ 2147483646 h 2936"/>
                <a:gd name="T94" fmla="*/ 2147483646 w 5345"/>
                <a:gd name="T95" fmla="*/ 2147483646 h 2936"/>
                <a:gd name="T96" fmla="*/ 2147483646 w 5345"/>
                <a:gd name="T97" fmla="*/ 2147483646 h 2936"/>
                <a:gd name="T98" fmla="*/ 2147483646 w 5345"/>
                <a:gd name="T99" fmla="*/ 2147483646 h 2936"/>
                <a:gd name="T100" fmla="*/ 2147483646 w 5345"/>
                <a:gd name="T101" fmla="*/ 2147483646 h 2936"/>
                <a:gd name="T102" fmla="*/ 2147483646 w 5345"/>
                <a:gd name="T103" fmla="*/ 2147483646 h 2936"/>
                <a:gd name="T104" fmla="*/ 2147483646 w 5345"/>
                <a:gd name="T105" fmla="*/ 2147483646 h 29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345" h="2936">
                  <a:moveTo>
                    <a:pt x="4729" y="1661"/>
                  </a:moveTo>
                  <a:lnTo>
                    <a:pt x="4729" y="1661"/>
                  </a:lnTo>
                  <a:lnTo>
                    <a:pt x="4723" y="1609"/>
                  </a:lnTo>
                  <a:lnTo>
                    <a:pt x="4716" y="1558"/>
                  </a:lnTo>
                  <a:lnTo>
                    <a:pt x="4706" y="1507"/>
                  </a:lnTo>
                  <a:lnTo>
                    <a:pt x="4693" y="1458"/>
                  </a:lnTo>
                  <a:lnTo>
                    <a:pt x="4679" y="1409"/>
                  </a:lnTo>
                  <a:lnTo>
                    <a:pt x="4663" y="1361"/>
                  </a:lnTo>
                  <a:lnTo>
                    <a:pt x="4644" y="1314"/>
                  </a:lnTo>
                  <a:lnTo>
                    <a:pt x="4622" y="1268"/>
                  </a:lnTo>
                  <a:lnTo>
                    <a:pt x="4600" y="1223"/>
                  </a:lnTo>
                  <a:lnTo>
                    <a:pt x="4575" y="1181"/>
                  </a:lnTo>
                  <a:lnTo>
                    <a:pt x="4548" y="1138"/>
                  </a:lnTo>
                  <a:lnTo>
                    <a:pt x="4519" y="1098"/>
                  </a:lnTo>
                  <a:lnTo>
                    <a:pt x="4489" y="1059"/>
                  </a:lnTo>
                  <a:lnTo>
                    <a:pt x="4457" y="1021"/>
                  </a:lnTo>
                  <a:lnTo>
                    <a:pt x="4422" y="984"/>
                  </a:lnTo>
                  <a:lnTo>
                    <a:pt x="4387" y="950"/>
                  </a:lnTo>
                  <a:lnTo>
                    <a:pt x="4350" y="917"/>
                  </a:lnTo>
                  <a:lnTo>
                    <a:pt x="4312" y="886"/>
                  </a:lnTo>
                  <a:lnTo>
                    <a:pt x="4272" y="856"/>
                  </a:lnTo>
                  <a:lnTo>
                    <a:pt x="4230" y="828"/>
                  </a:lnTo>
                  <a:lnTo>
                    <a:pt x="4188" y="802"/>
                  </a:lnTo>
                  <a:lnTo>
                    <a:pt x="4144" y="778"/>
                  </a:lnTo>
                  <a:lnTo>
                    <a:pt x="4099" y="757"/>
                  </a:lnTo>
                  <a:lnTo>
                    <a:pt x="4053" y="737"/>
                  </a:lnTo>
                  <a:lnTo>
                    <a:pt x="4005" y="719"/>
                  </a:lnTo>
                  <a:lnTo>
                    <a:pt x="3957" y="703"/>
                  </a:lnTo>
                  <a:lnTo>
                    <a:pt x="3907" y="689"/>
                  </a:lnTo>
                  <a:lnTo>
                    <a:pt x="3857" y="679"/>
                  </a:lnTo>
                  <a:lnTo>
                    <a:pt x="3806" y="670"/>
                  </a:lnTo>
                  <a:lnTo>
                    <a:pt x="3754" y="663"/>
                  </a:lnTo>
                  <a:lnTo>
                    <a:pt x="3701" y="660"/>
                  </a:lnTo>
                  <a:lnTo>
                    <a:pt x="3648" y="658"/>
                  </a:lnTo>
                  <a:lnTo>
                    <a:pt x="3608" y="660"/>
                  </a:lnTo>
                  <a:lnTo>
                    <a:pt x="3566" y="661"/>
                  </a:lnTo>
                  <a:lnTo>
                    <a:pt x="3526" y="665"/>
                  </a:lnTo>
                  <a:lnTo>
                    <a:pt x="3486" y="670"/>
                  </a:lnTo>
                  <a:lnTo>
                    <a:pt x="3446" y="677"/>
                  </a:lnTo>
                  <a:lnTo>
                    <a:pt x="3407" y="686"/>
                  </a:lnTo>
                  <a:lnTo>
                    <a:pt x="3368" y="695"/>
                  </a:lnTo>
                  <a:lnTo>
                    <a:pt x="3330" y="706"/>
                  </a:lnTo>
                  <a:lnTo>
                    <a:pt x="3294" y="718"/>
                  </a:lnTo>
                  <a:lnTo>
                    <a:pt x="3257" y="732"/>
                  </a:lnTo>
                  <a:lnTo>
                    <a:pt x="3220" y="746"/>
                  </a:lnTo>
                  <a:lnTo>
                    <a:pt x="3185" y="763"/>
                  </a:lnTo>
                  <a:lnTo>
                    <a:pt x="3150" y="779"/>
                  </a:lnTo>
                  <a:lnTo>
                    <a:pt x="3116" y="798"/>
                  </a:lnTo>
                  <a:lnTo>
                    <a:pt x="3083" y="817"/>
                  </a:lnTo>
                  <a:lnTo>
                    <a:pt x="3050" y="838"/>
                  </a:lnTo>
                  <a:lnTo>
                    <a:pt x="3038" y="793"/>
                  </a:lnTo>
                  <a:lnTo>
                    <a:pt x="3024" y="750"/>
                  </a:lnTo>
                  <a:lnTo>
                    <a:pt x="3007" y="707"/>
                  </a:lnTo>
                  <a:lnTo>
                    <a:pt x="2989" y="664"/>
                  </a:lnTo>
                  <a:lnTo>
                    <a:pt x="2970" y="623"/>
                  </a:lnTo>
                  <a:lnTo>
                    <a:pt x="2949" y="583"/>
                  </a:lnTo>
                  <a:lnTo>
                    <a:pt x="2927" y="542"/>
                  </a:lnTo>
                  <a:lnTo>
                    <a:pt x="2903" y="504"/>
                  </a:lnTo>
                  <a:lnTo>
                    <a:pt x="2877" y="467"/>
                  </a:lnTo>
                  <a:lnTo>
                    <a:pt x="2850" y="430"/>
                  </a:lnTo>
                  <a:lnTo>
                    <a:pt x="2821" y="396"/>
                  </a:lnTo>
                  <a:lnTo>
                    <a:pt x="2792" y="361"/>
                  </a:lnTo>
                  <a:lnTo>
                    <a:pt x="2761" y="329"/>
                  </a:lnTo>
                  <a:lnTo>
                    <a:pt x="2728" y="297"/>
                  </a:lnTo>
                  <a:lnTo>
                    <a:pt x="2694" y="268"/>
                  </a:lnTo>
                  <a:lnTo>
                    <a:pt x="2659" y="238"/>
                  </a:lnTo>
                  <a:lnTo>
                    <a:pt x="2623" y="211"/>
                  </a:lnTo>
                  <a:lnTo>
                    <a:pt x="2586" y="185"/>
                  </a:lnTo>
                  <a:lnTo>
                    <a:pt x="2548" y="161"/>
                  </a:lnTo>
                  <a:lnTo>
                    <a:pt x="2509" y="139"/>
                  </a:lnTo>
                  <a:lnTo>
                    <a:pt x="2468" y="117"/>
                  </a:lnTo>
                  <a:lnTo>
                    <a:pt x="2427" y="97"/>
                  </a:lnTo>
                  <a:lnTo>
                    <a:pt x="2384" y="79"/>
                  </a:lnTo>
                  <a:lnTo>
                    <a:pt x="2342" y="63"/>
                  </a:lnTo>
                  <a:lnTo>
                    <a:pt x="2298" y="49"/>
                  </a:lnTo>
                  <a:lnTo>
                    <a:pt x="2253" y="36"/>
                  </a:lnTo>
                  <a:lnTo>
                    <a:pt x="2208" y="25"/>
                  </a:lnTo>
                  <a:lnTo>
                    <a:pt x="2162" y="17"/>
                  </a:lnTo>
                  <a:lnTo>
                    <a:pt x="2114" y="9"/>
                  </a:lnTo>
                  <a:lnTo>
                    <a:pt x="2067" y="4"/>
                  </a:lnTo>
                  <a:lnTo>
                    <a:pt x="2019" y="1"/>
                  </a:lnTo>
                  <a:lnTo>
                    <a:pt x="1971" y="0"/>
                  </a:lnTo>
                  <a:lnTo>
                    <a:pt x="1941" y="0"/>
                  </a:lnTo>
                  <a:lnTo>
                    <a:pt x="1913" y="1"/>
                  </a:lnTo>
                  <a:lnTo>
                    <a:pt x="1884" y="4"/>
                  </a:lnTo>
                  <a:lnTo>
                    <a:pt x="1856" y="6"/>
                  </a:lnTo>
                  <a:lnTo>
                    <a:pt x="1829" y="8"/>
                  </a:lnTo>
                  <a:lnTo>
                    <a:pt x="1800" y="13"/>
                  </a:lnTo>
                  <a:lnTo>
                    <a:pt x="1746" y="23"/>
                  </a:lnTo>
                  <a:lnTo>
                    <a:pt x="1691" y="34"/>
                  </a:lnTo>
                  <a:lnTo>
                    <a:pt x="1638" y="50"/>
                  </a:lnTo>
                  <a:lnTo>
                    <a:pt x="1587" y="68"/>
                  </a:lnTo>
                  <a:lnTo>
                    <a:pt x="1536" y="88"/>
                  </a:lnTo>
                  <a:lnTo>
                    <a:pt x="1487" y="110"/>
                  </a:lnTo>
                  <a:lnTo>
                    <a:pt x="1438" y="135"/>
                  </a:lnTo>
                  <a:lnTo>
                    <a:pt x="1392" y="161"/>
                  </a:lnTo>
                  <a:lnTo>
                    <a:pt x="1347" y="191"/>
                  </a:lnTo>
                  <a:lnTo>
                    <a:pt x="1303" y="221"/>
                  </a:lnTo>
                  <a:lnTo>
                    <a:pt x="1260" y="255"/>
                  </a:lnTo>
                  <a:lnTo>
                    <a:pt x="1220" y="290"/>
                  </a:lnTo>
                  <a:lnTo>
                    <a:pt x="1181" y="327"/>
                  </a:lnTo>
                  <a:lnTo>
                    <a:pt x="1144" y="366"/>
                  </a:lnTo>
                  <a:lnTo>
                    <a:pt x="1109" y="406"/>
                  </a:lnTo>
                  <a:lnTo>
                    <a:pt x="1076" y="448"/>
                  </a:lnTo>
                  <a:lnTo>
                    <a:pt x="1045" y="491"/>
                  </a:lnTo>
                  <a:lnTo>
                    <a:pt x="1016" y="538"/>
                  </a:lnTo>
                  <a:lnTo>
                    <a:pt x="989" y="584"/>
                  </a:lnTo>
                  <a:lnTo>
                    <a:pt x="964" y="632"/>
                  </a:lnTo>
                  <a:lnTo>
                    <a:pt x="942" y="681"/>
                  </a:lnTo>
                  <a:lnTo>
                    <a:pt x="922" y="732"/>
                  </a:lnTo>
                  <a:lnTo>
                    <a:pt x="905" y="784"/>
                  </a:lnTo>
                  <a:lnTo>
                    <a:pt x="890" y="837"/>
                  </a:lnTo>
                  <a:lnTo>
                    <a:pt x="877" y="890"/>
                  </a:lnTo>
                  <a:lnTo>
                    <a:pt x="867" y="946"/>
                  </a:lnTo>
                  <a:lnTo>
                    <a:pt x="864" y="973"/>
                  </a:lnTo>
                  <a:lnTo>
                    <a:pt x="860" y="1002"/>
                  </a:lnTo>
                  <a:lnTo>
                    <a:pt x="858" y="1030"/>
                  </a:lnTo>
                  <a:lnTo>
                    <a:pt x="855" y="1059"/>
                  </a:lnTo>
                  <a:lnTo>
                    <a:pt x="855" y="1087"/>
                  </a:lnTo>
                  <a:lnTo>
                    <a:pt x="854" y="1115"/>
                  </a:lnTo>
                  <a:lnTo>
                    <a:pt x="855" y="1150"/>
                  </a:lnTo>
                  <a:lnTo>
                    <a:pt x="857" y="1183"/>
                  </a:lnTo>
                  <a:lnTo>
                    <a:pt x="860" y="1216"/>
                  </a:lnTo>
                  <a:lnTo>
                    <a:pt x="864" y="1250"/>
                  </a:lnTo>
                  <a:lnTo>
                    <a:pt x="845" y="1249"/>
                  </a:lnTo>
                  <a:lnTo>
                    <a:pt x="801" y="1250"/>
                  </a:lnTo>
                  <a:lnTo>
                    <a:pt x="758" y="1253"/>
                  </a:lnTo>
                  <a:lnTo>
                    <a:pt x="716" y="1259"/>
                  </a:lnTo>
                  <a:lnTo>
                    <a:pt x="674" y="1266"/>
                  </a:lnTo>
                  <a:lnTo>
                    <a:pt x="633" y="1275"/>
                  </a:lnTo>
                  <a:lnTo>
                    <a:pt x="594" y="1287"/>
                  </a:lnTo>
                  <a:lnTo>
                    <a:pt x="555" y="1300"/>
                  </a:lnTo>
                  <a:lnTo>
                    <a:pt x="515" y="1316"/>
                  </a:lnTo>
                  <a:lnTo>
                    <a:pt x="479" y="1332"/>
                  </a:lnTo>
                  <a:lnTo>
                    <a:pt x="442" y="1351"/>
                  </a:lnTo>
                  <a:lnTo>
                    <a:pt x="407" y="1371"/>
                  </a:lnTo>
                  <a:lnTo>
                    <a:pt x="372" y="1393"/>
                  </a:lnTo>
                  <a:lnTo>
                    <a:pt x="339" y="1416"/>
                  </a:lnTo>
                  <a:lnTo>
                    <a:pt x="307" y="1441"/>
                  </a:lnTo>
                  <a:lnTo>
                    <a:pt x="277" y="1468"/>
                  </a:lnTo>
                  <a:lnTo>
                    <a:pt x="248" y="1496"/>
                  </a:lnTo>
                  <a:lnTo>
                    <a:pt x="219" y="1525"/>
                  </a:lnTo>
                  <a:lnTo>
                    <a:pt x="193" y="1556"/>
                  </a:lnTo>
                  <a:lnTo>
                    <a:pt x="169" y="1588"/>
                  </a:lnTo>
                  <a:lnTo>
                    <a:pt x="145" y="1621"/>
                  </a:lnTo>
                  <a:lnTo>
                    <a:pt x="122" y="1655"/>
                  </a:lnTo>
                  <a:lnTo>
                    <a:pt x="102" y="1690"/>
                  </a:lnTo>
                  <a:lnTo>
                    <a:pt x="83" y="1726"/>
                  </a:lnTo>
                  <a:lnTo>
                    <a:pt x="67" y="1764"/>
                  </a:lnTo>
                  <a:lnTo>
                    <a:pt x="51" y="1802"/>
                  </a:lnTo>
                  <a:lnTo>
                    <a:pt x="38" y="1841"/>
                  </a:lnTo>
                  <a:lnTo>
                    <a:pt x="28" y="1882"/>
                  </a:lnTo>
                  <a:lnTo>
                    <a:pt x="18" y="1923"/>
                  </a:lnTo>
                  <a:lnTo>
                    <a:pt x="10" y="1965"/>
                  </a:lnTo>
                  <a:lnTo>
                    <a:pt x="5" y="2006"/>
                  </a:lnTo>
                  <a:lnTo>
                    <a:pt x="2" y="2049"/>
                  </a:lnTo>
                  <a:lnTo>
                    <a:pt x="0" y="2092"/>
                  </a:lnTo>
                  <a:lnTo>
                    <a:pt x="2" y="2135"/>
                  </a:lnTo>
                  <a:lnTo>
                    <a:pt x="5" y="2176"/>
                  </a:lnTo>
                  <a:lnTo>
                    <a:pt x="10" y="2217"/>
                  </a:lnTo>
                  <a:lnTo>
                    <a:pt x="17" y="2257"/>
                  </a:lnTo>
                  <a:lnTo>
                    <a:pt x="25" y="2297"/>
                  </a:lnTo>
                  <a:lnTo>
                    <a:pt x="36" y="2336"/>
                  </a:lnTo>
                  <a:lnTo>
                    <a:pt x="49" y="2374"/>
                  </a:lnTo>
                  <a:lnTo>
                    <a:pt x="63" y="2411"/>
                  </a:lnTo>
                  <a:lnTo>
                    <a:pt x="79" y="2448"/>
                  </a:lnTo>
                  <a:lnTo>
                    <a:pt x="96" y="2483"/>
                  </a:lnTo>
                  <a:lnTo>
                    <a:pt x="115" y="2517"/>
                  </a:lnTo>
                  <a:lnTo>
                    <a:pt x="137" y="2552"/>
                  </a:lnTo>
                  <a:lnTo>
                    <a:pt x="159" y="2584"/>
                  </a:lnTo>
                  <a:lnTo>
                    <a:pt x="183" y="2615"/>
                  </a:lnTo>
                  <a:lnTo>
                    <a:pt x="208" y="2645"/>
                  </a:lnTo>
                  <a:lnTo>
                    <a:pt x="234" y="2674"/>
                  </a:lnTo>
                  <a:lnTo>
                    <a:pt x="262" y="2702"/>
                  </a:lnTo>
                  <a:lnTo>
                    <a:pt x="290" y="2728"/>
                  </a:lnTo>
                  <a:lnTo>
                    <a:pt x="321" y="2753"/>
                  </a:lnTo>
                  <a:lnTo>
                    <a:pt x="352" y="2777"/>
                  </a:lnTo>
                  <a:lnTo>
                    <a:pt x="385" y="2799"/>
                  </a:lnTo>
                  <a:lnTo>
                    <a:pt x="418" y="2819"/>
                  </a:lnTo>
                  <a:lnTo>
                    <a:pt x="453" y="2840"/>
                  </a:lnTo>
                  <a:lnTo>
                    <a:pt x="488" y="2856"/>
                  </a:lnTo>
                  <a:lnTo>
                    <a:pt x="525" y="2873"/>
                  </a:lnTo>
                  <a:lnTo>
                    <a:pt x="563" y="2887"/>
                  </a:lnTo>
                  <a:lnTo>
                    <a:pt x="601" y="2899"/>
                  </a:lnTo>
                  <a:lnTo>
                    <a:pt x="640" y="2909"/>
                  </a:lnTo>
                  <a:lnTo>
                    <a:pt x="679" y="2919"/>
                  </a:lnTo>
                  <a:lnTo>
                    <a:pt x="719" y="2926"/>
                  </a:lnTo>
                  <a:lnTo>
                    <a:pt x="761" y="2931"/>
                  </a:lnTo>
                  <a:lnTo>
                    <a:pt x="802" y="2934"/>
                  </a:lnTo>
                  <a:lnTo>
                    <a:pt x="802" y="2936"/>
                  </a:lnTo>
                  <a:lnTo>
                    <a:pt x="4682" y="2936"/>
                  </a:lnTo>
                  <a:lnTo>
                    <a:pt x="4682" y="2933"/>
                  </a:lnTo>
                  <a:lnTo>
                    <a:pt x="4693" y="2934"/>
                  </a:lnTo>
                  <a:lnTo>
                    <a:pt x="4706" y="2936"/>
                  </a:lnTo>
                  <a:lnTo>
                    <a:pt x="4740" y="2936"/>
                  </a:lnTo>
                  <a:lnTo>
                    <a:pt x="4772" y="2933"/>
                  </a:lnTo>
                  <a:lnTo>
                    <a:pt x="4804" y="2928"/>
                  </a:lnTo>
                  <a:lnTo>
                    <a:pt x="4836" y="2922"/>
                  </a:lnTo>
                  <a:lnTo>
                    <a:pt x="4866" y="2915"/>
                  </a:lnTo>
                  <a:lnTo>
                    <a:pt x="4896" y="2907"/>
                  </a:lnTo>
                  <a:lnTo>
                    <a:pt x="4926" y="2898"/>
                  </a:lnTo>
                  <a:lnTo>
                    <a:pt x="4955" y="2886"/>
                  </a:lnTo>
                  <a:lnTo>
                    <a:pt x="4984" y="2873"/>
                  </a:lnTo>
                  <a:lnTo>
                    <a:pt x="5011" y="2859"/>
                  </a:lnTo>
                  <a:lnTo>
                    <a:pt x="5038" y="2843"/>
                  </a:lnTo>
                  <a:lnTo>
                    <a:pt x="5063" y="2827"/>
                  </a:lnTo>
                  <a:lnTo>
                    <a:pt x="5089" y="2809"/>
                  </a:lnTo>
                  <a:lnTo>
                    <a:pt x="5113" y="2790"/>
                  </a:lnTo>
                  <a:lnTo>
                    <a:pt x="5135" y="2770"/>
                  </a:lnTo>
                  <a:lnTo>
                    <a:pt x="5158" y="2748"/>
                  </a:lnTo>
                  <a:lnTo>
                    <a:pt x="5179" y="2727"/>
                  </a:lnTo>
                  <a:lnTo>
                    <a:pt x="5199" y="2703"/>
                  </a:lnTo>
                  <a:lnTo>
                    <a:pt x="5218" y="2680"/>
                  </a:lnTo>
                  <a:lnTo>
                    <a:pt x="5236" y="2655"/>
                  </a:lnTo>
                  <a:lnTo>
                    <a:pt x="5252" y="2629"/>
                  </a:lnTo>
                  <a:lnTo>
                    <a:pt x="5268" y="2602"/>
                  </a:lnTo>
                  <a:lnTo>
                    <a:pt x="5282" y="2574"/>
                  </a:lnTo>
                  <a:lnTo>
                    <a:pt x="5295" y="2546"/>
                  </a:lnTo>
                  <a:lnTo>
                    <a:pt x="5306" y="2517"/>
                  </a:lnTo>
                  <a:lnTo>
                    <a:pt x="5316" y="2488"/>
                  </a:lnTo>
                  <a:lnTo>
                    <a:pt x="5325" y="2457"/>
                  </a:lnTo>
                  <a:lnTo>
                    <a:pt x="5332" y="2426"/>
                  </a:lnTo>
                  <a:lnTo>
                    <a:pt x="5338" y="2394"/>
                  </a:lnTo>
                  <a:lnTo>
                    <a:pt x="5341" y="2362"/>
                  </a:lnTo>
                  <a:lnTo>
                    <a:pt x="5344" y="2330"/>
                  </a:lnTo>
                  <a:lnTo>
                    <a:pt x="5345" y="2297"/>
                  </a:lnTo>
                  <a:lnTo>
                    <a:pt x="5344" y="2265"/>
                  </a:lnTo>
                  <a:lnTo>
                    <a:pt x="5341" y="2233"/>
                  </a:lnTo>
                  <a:lnTo>
                    <a:pt x="5338" y="2203"/>
                  </a:lnTo>
                  <a:lnTo>
                    <a:pt x="5333" y="2172"/>
                  </a:lnTo>
                  <a:lnTo>
                    <a:pt x="5326" y="2141"/>
                  </a:lnTo>
                  <a:lnTo>
                    <a:pt x="5318" y="2111"/>
                  </a:lnTo>
                  <a:lnTo>
                    <a:pt x="5308" y="2083"/>
                  </a:lnTo>
                  <a:lnTo>
                    <a:pt x="5296" y="2054"/>
                  </a:lnTo>
                  <a:lnTo>
                    <a:pt x="5284" y="2026"/>
                  </a:lnTo>
                  <a:lnTo>
                    <a:pt x="5271" y="2000"/>
                  </a:lnTo>
                  <a:lnTo>
                    <a:pt x="5256" y="1974"/>
                  </a:lnTo>
                  <a:lnTo>
                    <a:pt x="5241" y="1948"/>
                  </a:lnTo>
                  <a:lnTo>
                    <a:pt x="5223" y="1923"/>
                  </a:lnTo>
                  <a:lnTo>
                    <a:pt x="5205" y="1899"/>
                  </a:lnTo>
                  <a:lnTo>
                    <a:pt x="5185" y="1877"/>
                  </a:lnTo>
                  <a:lnTo>
                    <a:pt x="5165" y="1854"/>
                  </a:lnTo>
                  <a:lnTo>
                    <a:pt x="5143" y="1834"/>
                  </a:lnTo>
                  <a:lnTo>
                    <a:pt x="5121" y="1814"/>
                  </a:lnTo>
                  <a:lnTo>
                    <a:pt x="5098" y="1795"/>
                  </a:lnTo>
                  <a:lnTo>
                    <a:pt x="5074" y="1777"/>
                  </a:lnTo>
                  <a:lnTo>
                    <a:pt x="5049" y="1761"/>
                  </a:lnTo>
                  <a:lnTo>
                    <a:pt x="5023" y="1745"/>
                  </a:lnTo>
                  <a:lnTo>
                    <a:pt x="4997" y="1731"/>
                  </a:lnTo>
                  <a:lnTo>
                    <a:pt x="4969" y="1717"/>
                  </a:lnTo>
                  <a:lnTo>
                    <a:pt x="4941" y="1706"/>
                  </a:lnTo>
                  <a:lnTo>
                    <a:pt x="4913" y="1696"/>
                  </a:lnTo>
                  <a:lnTo>
                    <a:pt x="4883" y="1686"/>
                  </a:lnTo>
                  <a:lnTo>
                    <a:pt x="4853" y="1678"/>
                  </a:lnTo>
                  <a:lnTo>
                    <a:pt x="4823" y="1672"/>
                  </a:lnTo>
                  <a:lnTo>
                    <a:pt x="4792" y="1667"/>
                  </a:lnTo>
                  <a:lnTo>
                    <a:pt x="4761" y="1664"/>
                  </a:lnTo>
                  <a:lnTo>
                    <a:pt x="4729" y="16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defTabSz="9142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67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" name="文本框 5"/>
            <p:cNvSpPr txBox="1">
              <a:spLocks noChangeArrowheads="1"/>
            </p:cNvSpPr>
            <p:nvPr/>
          </p:nvSpPr>
          <p:spPr bwMode="auto">
            <a:xfrm>
              <a:off x="4508159" y="864629"/>
              <a:ext cx="433287" cy="45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3733">
                  <a:solidFill>
                    <a:schemeClr val="bg1"/>
                  </a:solidFill>
                  <a:cs typeface="Arial" pitchFamily="34" charset="0"/>
                </a:rPr>
                <a:t>3</a:t>
              </a:r>
              <a:endParaRPr lang="zh-CN" altLang="en-US" sz="3733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06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1363135" y="359836"/>
            <a:ext cx="458470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2667" b="1">
                <a:latin typeface="微软雅黑" pitchFamily="34" charset="-122"/>
              </a:rPr>
              <a:t>此处添加您的标题</a:t>
            </a:r>
            <a:endParaRPr lang="id-ID" altLang="zh-CN" sz="2667" b="1">
              <a:latin typeface="微软雅黑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390651" y="840322"/>
            <a:ext cx="3570816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id-ID" altLang="zh-CN" sz="1333"/>
              <a:t>Biscuit oat cake carrot cake muffin jelly</a:t>
            </a:r>
            <a:endParaRPr lang="zh-CN" altLang="en-US" sz="1333"/>
          </a:p>
        </p:txBody>
      </p:sp>
      <p:grpSp>
        <p:nvGrpSpPr>
          <p:cNvPr id="4" name="组合 8"/>
          <p:cNvGrpSpPr>
            <a:grpSpLocks/>
          </p:cNvGrpSpPr>
          <p:nvPr userDrawn="1"/>
        </p:nvGrpSpPr>
        <p:grpSpPr bwMode="auto">
          <a:xfrm>
            <a:off x="275175" y="421220"/>
            <a:ext cx="1087967" cy="666786"/>
            <a:chOff x="4353620" y="864629"/>
            <a:chExt cx="742365" cy="456068"/>
          </a:xfrm>
        </p:grpSpPr>
        <p:sp>
          <p:nvSpPr>
            <p:cNvPr id="5" name="KSO_Shape"/>
            <p:cNvSpPr>
              <a:spLocks/>
            </p:cNvSpPr>
            <p:nvPr/>
          </p:nvSpPr>
          <p:spPr bwMode="auto">
            <a:xfrm>
              <a:off x="4353620" y="866076"/>
              <a:ext cx="742365" cy="408268"/>
            </a:xfrm>
            <a:custGeom>
              <a:avLst/>
              <a:gdLst>
                <a:gd name="T0" fmla="*/ 2147483646 w 5345"/>
                <a:gd name="T1" fmla="*/ 2147483646 h 2936"/>
                <a:gd name="T2" fmla="*/ 2147483646 w 5345"/>
                <a:gd name="T3" fmla="*/ 2147483646 h 2936"/>
                <a:gd name="T4" fmla="*/ 2147483646 w 5345"/>
                <a:gd name="T5" fmla="*/ 2147483646 h 2936"/>
                <a:gd name="T6" fmla="*/ 2147483646 w 5345"/>
                <a:gd name="T7" fmla="*/ 2147483646 h 2936"/>
                <a:gd name="T8" fmla="*/ 2147483646 w 5345"/>
                <a:gd name="T9" fmla="*/ 2147483646 h 2936"/>
                <a:gd name="T10" fmla="*/ 2147483646 w 5345"/>
                <a:gd name="T11" fmla="*/ 2147483646 h 2936"/>
                <a:gd name="T12" fmla="*/ 2147483646 w 5345"/>
                <a:gd name="T13" fmla="*/ 2147483646 h 2936"/>
                <a:gd name="T14" fmla="*/ 2147483646 w 5345"/>
                <a:gd name="T15" fmla="*/ 2147483646 h 2936"/>
                <a:gd name="T16" fmla="*/ 2147483646 w 5345"/>
                <a:gd name="T17" fmla="*/ 2147483646 h 2936"/>
                <a:gd name="T18" fmla="*/ 2147483646 w 5345"/>
                <a:gd name="T19" fmla="*/ 2147483646 h 2936"/>
                <a:gd name="T20" fmla="*/ 2147483646 w 5345"/>
                <a:gd name="T21" fmla="*/ 2147483646 h 2936"/>
                <a:gd name="T22" fmla="*/ 2147483646 w 5345"/>
                <a:gd name="T23" fmla="*/ 2147483646 h 2936"/>
                <a:gd name="T24" fmla="*/ 2147483646 w 5345"/>
                <a:gd name="T25" fmla="*/ 2147483646 h 2936"/>
                <a:gd name="T26" fmla="*/ 2147483646 w 5345"/>
                <a:gd name="T27" fmla="*/ 2147483646 h 2936"/>
                <a:gd name="T28" fmla="*/ 2147483646 w 5345"/>
                <a:gd name="T29" fmla="*/ 2147483646 h 2936"/>
                <a:gd name="T30" fmla="*/ 2147483646 w 5345"/>
                <a:gd name="T31" fmla="*/ 772639970 h 2936"/>
                <a:gd name="T32" fmla="*/ 2147483646 w 5345"/>
                <a:gd name="T33" fmla="*/ 0 h 2936"/>
                <a:gd name="T34" fmla="*/ 2147483646 w 5345"/>
                <a:gd name="T35" fmla="*/ 363587807 h 2936"/>
                <a:gd name="T36" fmla="*/ 2147483646 w 5345"/>
                <a:gd name="T37" fmla="*/ 2147483646 h 2936"/>
                <a:gd name="T38" fmla="*/ 2147483646 w 5345"/>
                <a:gd name="T39" fmla="*/ 2147483646 h 2936"/>
                <a:gd name="T40" fmla="*/ 2147483646 w 5345"/>
                <a:gd name="T41" fmla="*/ 2147483646 h 2936"/>
                <a:gd name="T42" fmla="*/ 2147483646 w 5345"/>
                <a:gd name="T43" fmla="*/ 2147483646 h 2936"/>
                <a:gd name="T44" fmla="*/ 2147483646 w 5345"/>
                <a:gd name="T45" fmla="*/ 2147483646 h 2936"/>
                <a:gd name="T46" fmla="*/ 2147483646 w 5345"/>
                <a:gd name="T47" fmla="*/ 2147483646 h 2936"/>
                <a:gd name="T48" fmla="*/ 2147483646 w 5345"/>
                <a:gd name="T49" fmla="*/ 2147483646 h 2936"/>
                <a:gd name="T50" fmla="*/ 2147483646 w 5345"/>
                <a:gd name="T51" fmla="*/ 2147483646 h 2936"/>
                <a:gd name="T52" fmla="*/ 2147483646 w 5345"/>
                <a:gd name="T53" fmla="*/ 2147483646 h 2936"/>
                <a:gd name="T54" fmla="*/ 2147483646 w 5345"/>
                <a:gd name="T55" fmla="*/ 2147483646 h 2936"/>
                <a:gd name="T56" fmla="*/ 2147483646 w 5345"/>
                <a:gd name="T57" fmla="*/ 2147483646 h 2936"/>
                <a:gd name="T58" fmla="*/ 2147483646 w 5345"/>
                <a:gd name="T59" fmla="*/ 2147483646 h 2936"/>
                <a:gd name="T60" fmla="*/ 2147483646 w 5345"/>
                <a:gd name="T61" fmla="*/ 2147483646 h 2936"/>
                <a:gd name="T62" fmla="*/ 452722804 w 5345"/>
                <a:gd name="T63" fmla="*/ 2147483646 h 2936"/>
                <a:gd name="T64" fmla="*/ 90570008 w 5345"/>
                <a:gd name="T65" fmla="*/ 2147483646 h 2936"/>
                <a:gd name="T66" fmla="*/ 1629877726 w 5345"/>
                <a:gd name="T67" fmla="*/ 2147483646 h 2936"/>
                <a:gd name="T68" fmla="*/ 2147483646 w 5345"/>
                <a:gd name="T69" fmla="*/ 2147483646 h 2936"/>
                <a:gd name="T70" fmla="*/ 2147483646 w 5345"/>
                <a:gd name="T71" fmla="*/ 2147483646 h 2936"/>
                <a:gd name="T72" fmla="*/ 2147483646 w 5345"/>
                <a:gd name="T73" fmla="*/ 2147483646 h 2936"/>
                <a:gd name="T74" fmla="*/ 2147483646 w 5345"/>
                <a:gd name="T75" fmla="*/ 2147483646 h 2936"/>
                <a:gd name="T76" fmla="*/ 2147483646 w 5345"/>
                <a:gd name="T77" fmla="*/ 2147483646 h 2936"/>
                <a:gd name="T78" fmla="*/ 2147483646 w 5345"/>
                <a:gd name="T79" fmla="*/ 2147483646 h 2936"/>
                <a:gd name="T80" fmla="*/ 2147483646 w 5345"/>
                <a:gd name="T81" fmla="*/ 2147483646 h 2936"/>
                <a:gd name="T82" fmla="*/ 2147483646 w 5345"/>
                <a:gd name="T83" fmla="*/ 2147483646 h 2936"/>
                <a:gd name="T84" fmla="*/ 2147483646 w 5345"/>
                <a:gd name="T85" fmla="*/ 2147483646 h 2936"/>
                <a:gd name="T86" fmla="*/ 2147483646 w 5345"/>
                <a:gd name="T87" fmla="*/ 2147483646 h 2936"/>
                <a:gd name="T88" fmla="*/ 2147483646 w 5345"/>
                <a:gd name="T89" fmla="*/ 2147483646 h 2936"/>
                <a:gd name="T90" fmla="*/ 2147483646 w 5345"/>
                <a:gd name="T91" fmla="*/ 2147483646 h 2936"/>
                <a:gd name="T92" fmla="*/ 2147483646 w 5345"/>
                <a:gd name="T93" fmla="*/ 2147483646 h 2936"/>
                <a:gd name="T94" fmla="*/ 2147483646 w 5345"/>
                <a:gd name="T95" fmla="*/ 2147483646 h 2936"/>
                <a:gd name="T96" fmla="*/ 2147483646 w 5345"/>
                <a:gd name="T97" fmla="*/ 2147483646 h 2936"/>
                <a:gd name="T98" fmla="*/ 2147483646 w 5345"/>
                <a:gd name="T99" fmla="*/ 2147483646 h 2936"/>
                <a:gd name="T100" fmla="*/ 2147483646 w 5345"/>
                <a:gd name="T101" fmla="*/ 2147483646 h 2936"/>
                <a:gd name="T102" fmla="*/ 2147483646 w 5345"/>
                <a:gd name="T103" fmla="*/ 2147483646 h 2936"/>
                <a:gd name="T104" fmla="*/ 2147483646 w 5345"/>
                <a:gd name="T105" fmla="*/ 2147483646 h 29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345" h="2936">
                  <a:moveTo>
                    <a:pt x="4729" y="1661"/>
                  </a:moveTo>
                  <a:lnTo>
                    <a:pt x="4729" y="1661"/>
                  </a:lnTo>
                  <a:lnTo>
                    <a:pt x="4723" y="1609"/>
                  </a:lnTo>
                  <a:lnTo>
                    <a:pt x="4716" y="1558"/>
                  </a:lnTo>
                  <a:lnTo>
                    <a:pt x="4706" y="1507"/>
                  </a:lnTo>
                  <a:lnTo>
                    <a:pt x="4693" y="1458"/>
                  </a:lnTo>
                  <a:lnTo>
                    <a:pt x="4679" y="1409"/>
                  </a:lnTo>
                  <a:lnTo>
                    <a:pt x="4663" y="1361"/>
                  </a:lnTo>
                  <a:lnTo>
                    <a:pt x="4644" y="1314"/>
                  </a:lnTo>
                  <a:lnTo>
                    <a:pt x="4622" y="1268"/>
                  </a:lnTo>
                  <a:lnTo>
                    <a:pt x="4600" y="1223"/>
                  </a:lnTo>
                  <a:lnTo>
                    <a:pt x="4575" y="1181"/>
                  </a:lnTo>
                  <a:lnTo>
                    <a:pt x="4548" y="1138"/>
                  </a:lnTo>
                  <a:lnTo>
                    <a:pt x="4519" y="1098"/>
                  </a:lnTo>
                  <a:lnTo>
                    <a:pt x="4489" y="1059"/>
                  </a:lnTo>
                  <a:lnTo>
                    <a:pt x="4457" y="1021"/>
                  </a:lnTo>
                  <a:lnTo>
                    <a:pt x="4422" y="984"/>
                  </a:lnTo>
                  <a:lnTo>
                    <a:pt x="4387" y="950"/>
                  </a:lnTo>
                  <a:lnTo>
                    <a:pt x="4350" y="917"/>
                  </a:lnTo>
                  <a:lnTo>
                    <a:pt x="4312" y="886"/>
                  </a:lnTo>
                  <a:lnTo>
                    <a:pt x="4272" y="856"/>
                  </a:lnTo>
                  <a:lnTo>
                    <a:pt x="4230" y="828"/>
                  </a:lnTo>
                  <a:lnTo>
                    <a:pt x="4188" y="802"/>
                  </a:lnTo>
                  <a:lnTo>
                    <a:pt x="4144" y="778"/>
                  </a:lnTo>
                  <a:lnTo>
                    <a:pt x="4099" y="757"/>
                  </a:lnTo>
                  <a:lnTo>
                    <a:pt x="4053" y="737"/>
                  </a:lnTo>
                  <a:lnTo>
                    <a:pt x="4005" y="719"/>
                  </a:lnTo>
                  <a:lnTo>
                    <a:pt x="3957" y="703"/>
                  </a:lnTo>
                  <a:lnTo>
                    <a:pt x="3907" y="689"/>
                  </a:lnTo>
                  <a:lnTo>
                    <a:pt x="3857" y="679"/>
                  </a:lnTo>
                  <a:lnTo>
                    <a:pt x="3806" y="670"/>
                  </a:lnTo>
                  <a:lnTo>
                    <a:pt x="3754" y="663"/>
                  </a:lnTo>
                  <a:lnTo>
                    <a:pt x="3701" y="660"/>
                  </a:lnTo>
                  <a:lnTo>
                    <a:pt x="3648" y="658"/>
                  </a:lnTo>
                  <a:lnTo>
                    <a:pt x="3608" y="660"/>
                  </a:lnTo>
                  <a:lnTo>
                    <a:pt x="3566" y="661"/>
                  </a:lnTo>
                  <a:lnTo>
                    <a:pt x="3526" y="665"/>
                  </a:lnTo>
                  <a:lnTo>
                    <a:pt x="3486" y="670"/>
                  </a:lnTo>
                  <a:lnTo>
                    <a:pt x="3446" y="677"/>
                  </a:lnTo>
                  <a:lnTo>
                    <a:pt x="3407" y="686"/>
                  </a:lnTo>
                  <a:lnTo>
                    <a:pt x="3368" y="695"/>
                  </a:lnTo>
                  <a:lnTo>
                    <a:pt x="3330" y="706"/>
                  </a:lnTo>
                  <a:lnTo>
                    <a:pt x="3294" y="718"/>
                  </a:lnTo>
                  <a:lnTo>
                    <a:pt x="3257" y="732"/>
                  </a:lnTo>
                  <a:lnTo>
                    <a:pt x="3220" y="746"/>
                  </a:lnTo>
                  <a:lnTo>
                    <a:pt x="3185" y="763"/>
                  </a:lnTo>
                  <a:lnTo>
                    <a:pt x="3150" y="779"/>
                  </a:lnTo>
                  <a:lnTo>
                    <a:pt x="3116" y="798"/>
                  </a:lnTo>
                  <a:lnTo>
                    <a:pt x="3083" y="817"/>
                  </a:lnTo>
                  <a:lnTo>
                    <a:pt x="3050" y="838"/>
                  </a:lnTo>
                  <a:lnTo>
                    <a:pt x="3038" y="793"/>
                  </a:lnTo>
                  <a:lnTo>
                    <a:pt x="3024" y="750"/>
                  </a:lnTo>
                  <a:lnTo>
                    <a:pt x="3007" y="707"/>
                  </a:lnTo>
                  <a:lnTo>
                    <a:pt x="2989" y="664"/>
                  </a:lnTo>
                  <a:lnTo>
                    <a:pt x="2970" y="623"/>
                  </a:lnTo>
                  <a:lnTo>
                    <a:pt x="2949" y="583"/>
                  </a:lnTo>
                  <a:lnTo>
                    <a:pt x="2927" y="542"/>
                  </a:lnTo>
                  <a:lnTo>
                    <a:pt x="2903" y="504"/>
                  </a:lnTo>
                  <a:lnTo>
                    <a:pt x="2877" y="467"/>
                  </a:lnTo>
                  <a:lnTo>
                    <a:pt x="2850" y="430"/>
                  </a:lnTo>
                  <a:lnTo>
                    <a:pt x="2821" y="396"/>
                  </a:lnTo>
                  <a:lnTo>
                    <a:pt x="2792" y="361"/>
                  </a:lnTo>
                  <a:lnTo>
                    <a:pt x="2761" y="329"/>
                  </a:lnTo>
                  <a:lnTo>
                    <a:pt x="2728" y="297"/>
                  </a:lnTo>
                  <a:lnTo>
                    <a:pt x="2694" y="268"/>
                  </a:lnTo>
                  <a:lnTo>
                    <a:pt x="2659" y="238"/>
                  </a:lnTo>
                  <a:lnTo>
                    <a:pt x="2623" y="211"/>
                  </a:lnTo>
                  <a:lnTo>
                    <a:pt x="2586" y="185"/>
                  </a:lnTo>
                  <a:lnTo>
                    <a:pt x="2548" y="161"/>
                  </a:lnTo>
                  <a:lnTo>
                    <a:pt x="2509" y="139"/>
                  </a:lnTo>
                  <a:lnTo>
                    <a:pt x="2468" y="117"/>
                  </a:lnTo>
                  <a:lnTo>
                    <a:pt x="2427" y="97"/>
                  </a:lnTo>
                  <a:lnTo>
                    <a:pt x="2384" y="79"/>
                  </a:lnTo>
                  <a:lnTo>
                    <a:pt x="2342" y="63"/>
                  </a:lnTo>
                  <a:lnTo>
                    <a:pt x="2298" y="49"/>
                  </a:lnTo>
                  <a:lnTo>
                    <a:pt x="2253" y="36"/>
                  </a:lnTo>
                  <a:lnTo>
                    <a:pt x="2208" y="25"/>
                  </a:lnTo>
                  <a:lnTo>
                    <a:pt x="2162" y="17"/>
                  </a:lnTo>
                  <a:lnTo>
                    <a:pt x="2114" y="9"/>
                  </a:lnTo>
                  <a:lnTo>
                    <a:pt x="2067" y="4"/>
                  </a:lnTo>
                  <a:lnTo>
                    <a:pt x="2019" y="1"/>
                  </a:lnTo>
                  <a:lnTo>
                    <a:pt x="1971" y="0"/>
                  </a:lnTo>
                  <a:lnTo>
                    <a:pt x="1941" y="0"/>
                  </a:lnTo>
                  <a:lnTo>
                    <a:pt x="1913" y="1"/>
                  </a:lnTo>
                  <a:lnTo>
                    <a:pt x="1884" y="4"/>
                  </a:lnTo>
                  <a:lnTo>
                    <a:pt x="1856" y="6"/>
                  </a:lnTo>
                  <a:lnTo>
                    <a:pt x="1829" y="8"/>
                  </a:lnTo>
                  <a:lnTo>
                    <a:pt x="1800" y="13"/>
                  </a:lnTo>
                  <a:lnTo>
                    <a:pt x="1746" y="23"/>
                  </a:lnTo>
                  <a:lnTo>
                    <a:pt x="1691" y="34"/>
                  </a:lnTo>
                  <a:lnTo>
                    <a:pt x="1638" y="50"/>
                  </a:lnTo>
                  <a:lnTo>
                    <a:pt x="1587" y="68"/>
                  </a:lnTo>
                  <a:lnTo>
                    <a:pt x="1536" y="88"/>
                  </a:lnTo>
                  <a:lnTo>
                    <a:pt x="1487" y="110"/>
                  </a:lnTo>
                  <a:lnTo>
                    <a:pt x="1438" y="135"/>
                  </a:lnTo>
                  <a:lnTo>
                    <a:pt x="1392" y="161"/>
                  </a:lnTo>
                  <a:lnTo>
                    <a:pt x="1347" y="191"/>
                  </a:lnTo>
                  <a:lnTo>
                    <a:pt x="1303" y="221"/>
                  </a:lnTo>
                  <a:lnTo>
                    <a:pt x="1260" y="255"/>
                  </a:lnTo>
                  <a:lnTo>
                    <a:pt x="1220" y="290"/>
                  </a:lnTo>
                  <a:lnTo>
                    <a:pt x="1181" y="327"/>
                  </a:lnTo>
                  <a:lnTo>
                    <a:pt x="1144" y="366"/>
                  </a:lnTo>
                  <a:lnTo>
                    <a:pt x="1109" y="406"/>
                  </a:lnTo>
                  <a:lnTo>
                    <a:pt x="1076" y="448"/>
                  </a:lnTo>
                  <a:lnTo>
                    <a:pt x="1045" y="491"/>
                  </a:lnTo>
                  <a:lnTo>
                    <a:pt x="1016" y="538"/>
                  </a:lnTo>
                  <a:lnTo>
                    <a:pt x="989" y="584"/>
                  </a:lnTo>
                  <a:lnTo>
                    <a:pt x="964" y="632"/>
                  </a:lnTo>
                  <a:lnTo>
                    <a:pt x="942" y="681"/>
                  </a:lnTo>
                  <a:lnTo>
                    <a:pt x="922" y="732"/>
                  </a:lnTo>
                  <a:lnTo>
                    <a:pt x="905" y="784"/>
                  </a:lnTo>
                  <a:lnTo>
                    <a:pt x="890" y="837"/>
                  </a:lnTo>
                  <a:lnTo>
                    <a:pt x="877" y="890"/>
                  </a:lnTo>
                  <a:lnTo>
                    <a:pt x="867" y="946"/>
                  </a:lnTo>
                  <a:lnTo>
                    <a:pt x="864" y="973"/>
                  </a:lnTo>
                  <a:lnTo>
                    <a:pt x="860" y="1002"/>
                  </a:lnTo>
                  <a:lnTo>
                    <a:pt x="858" y="1030"/>
                  </a:lnTo>
                  <a:lnTo>
                    <a:pt x="855" y="1059"/>
                  </a:lnTo>
                  <a:lnTo>
                    <a:pt x="855" y="1087"/>
                  </a:lnTo>
                  <a:lnTo>
                    <a:pt x="854" y="1115"/>
                  </a:lnTo>
                  <a:lnTo>
                    <a:pt x="855" y="1150"/>
                  </a:lnTo>
                  <a:lnTo>
                    <a:pt x="857" y="1183"/>
                  </a:lnTo>
                  <a:lnTo>
                    <a:pt x="860" y="1216"/>
                  </a:lnTo>
                  <a:lnTo>
                    <a:pt x="864" y="1250"/>
                  </a:lnTo>
                  <a:lnTo>
                    <a:pt x="845" y="1249"/>
                  </a:lnTo>
                  <a:lnTo>
                    <a:pt x="801" y="1250"/>
                  </a:lnTo>
                  <a:lnTo>
                    <a:pt x="758" y="1253"/>
                  </a:lnTo>
                  <a:lnTo>
                    <a:pt x="716" y="1259"/>
                  </a:lnTo>
                  <a:lnTo>
                    <a:pt x="674" y="1266"/>
                  </a:lnTo>
                  <a:lnTo>
                    <a:pt x="633" y="1275"/>
                  </a:lnTo>
                  <a:lnTo>
                    <a:pt x="594" y="1287"/>
                  </a:lnTo>
                  <a:lnTo>
                    <a:pt x="555" y="1300"/>
                  </a:lnTo>
                  <a:lnTo>
                    <a:pt x="515" y="1316"/>
                  </a:lnTo>
                  <a:lnTo>
                    <a:pt x="479" y="1332"/>
                  </a:lnTo>
                  <a:lnTo>
                    <a:pt x="442" y="1351"/>
                  </a:lnTo>
                  <a:lnTo>
                    <a:pt x="407" y="1371"/>
                  </a:lnTo>
                  <a:lnTo>
                    <a:pt x="372" y="1393"/>
                  </a:lnTo>
                  <a:lnTo>
                    <a:pt x="339" y="1416"/>
                  </a:lnTo>
                  <a:lnTo>
                    <a:pt x="307" y="1441"/>
                  </a:lnTo>
                  <a:lnTo>
                    <a:pt x="277" y="1468"/>
                  </a:lnTo>
                  <a:lnTo>
                    <a:pt x="248" y="1496"/>
                  </a:lnTo>
                  <a:lnTo>
                    <a:pt x="219" y="1525"/>
                  </a:lnTo>
                  <a:lnTo>
                    <a:pt x="193" y="1556"/>
                  </a:lnTo>
                  <a:lnTo>
                    <a:pt x="169" y="1588"/>
                  </a:lnTo>
                  <a:lnTo>
                    <a:pt x="145" y="1621"/>
                  </a:lnTo>
                  <a:lnTo>
                    <a:pt x="122" y="1655"/>
                  </a:lnTo>
                  <a:lnTo>
                    <a:pt x="102" y="1690"/>
                  </a:lnTo>
                  <a:lnTo>
                    <a:pt x="83" y="1726"/>
                  </a:lnTo>
                  <a:lnTo>
                    <a:pt x="67" y="1764"/>
                  </a:lnTo>
                  <a:lnTo>
                    <a:pt x="51" y="1802"/>
                  </a:lnTo>
                  <a:lnTo>
                    <a:pt x="38" y="1841"/>
                  </a:lnTo>
                  <a:lnTo>
                    <a:pt x="28" y="1882"/>
                  </a:lnTo>
                  <a:lnTo>
                    <a:pt x="18" y="1923"/>
                  </a:lnTo>
                  <a:lnTo>
                    <a:pt x="10" y="1965"/>
                  </a:lnTo>
                  <a:lnTo>
                    <a:pt x="5" y="2006"/>
                  </a:lnTo>
                  <a:lnTo>
                    <a:pt x="2" y="2049"/>
                  </a:lnTo>
                  <a:lnTo>
                    <a:pt x="0" y="2092"/>
                  </a:lnTo>
                  <a:lnTo>
                    <a:pt x="2" y="2135"/>
                  </a:lnTo>
                  <a:lnTo>
                    <a:pt x="5" y="2176"/>
                  </a:lnTo>
                  <a:lnTo>
                    <a:pt x="10" y="2217"/>
                  </a:lnTo>
                  <a:lnTo>
                    <a:pt x="17" y="2257"/>
                  </a:lnTo>
                  <a:lnTo>
                    <a:pt x="25" y="2297"/>
                  </a:lnTo>
                  <a:lnTo>
                    <a:pt x="36" y="2336"/>
                  </a:lnTo>
                  <a:lnTo>
                    <a:pt x="49" y="2374"/>
                  </a:lnTo>
                  <a:lnTo>
                    <a:pt x="63" y="2411"/>
                  </a:lnTo>
                  <a:lnTo>
                    <a:pt x="79" y="2448"/>
                  </a:lnTo>
                  <a:lnTo>
                    <a:pt x="96" y="2483"/>
                  </a:lnTo>
                  <a:lnTo>
                    <a:pt x="115" y="2517"/>
                  </a:lnTo>
                  <a:lnTo>
                    <a:pt x="137" y="2552"/>
                  </a:lnTo>
                  <a:lnTo>
                    <a:pt x="159" y="2584"/>
                  </a:lnTo>
                  <a:lnTo>
                    <a:pt x="183" y="2615"/>
                  </a:lnTo>
                  <a:lnTo>
                    <a:pt x="208" y="2645"/>
                  </a:lnTo>
                  <a:lnTo>
                    <a:pt x="234" y="2674"/>
                  </a:lnTo>
                  <a:lnTo>
                    <a:pt x="262" y="2702"/>
                  </a:lnTo>
                  <a:lnTo>
                    <a:pt x="290" y="2728"/>
                  </a:lnTo>
                  <a:lnTo>
                    <a:pt x="321" y="2753"/>
                  </a:lnTo>
                  <a:lnTo>
                    <a:pt x="352" y="2777"/>
                  </a:lnTo>
                  <a:lnTo>
                    <a:pt x="385" y="2799"/>
                  </a:lnTo>
                  <a:lnTo>
                    <a:pt x="418" y="2819"/>
                  </a:lnTo>
                  <a:lnTo>
                    <a:pt x="453" y="2840"/>
                  </a:lnTo>
                  <a:lnTo>
                    <a:pt x="488" y="2856"/>
                  </a:lnTo>
                  <a:lnTo>
                    <a:pt x="525" y="2873"/>
                  </a:lnTo>
                  <a:lnTo>
                    <a:pt x="563" y="2887"/>
                  </a:lnTo>
                  <a:lnTo>
                    <a:pt x="601" y="2899"/>
                  </a:lnTo>
                  <a:lnTo>
                    <a:pt x="640" y="2909"/>
                  </a:lnTo>
                  <a:lnTo>
                    <a:pt x="679" y="2919"/>
                  </a:lnTo>
                  <a:lnTo>
                    <a:pt x="719" y="2926"/>
                  </a:lnTo>
                  <a:lnTo>
                    <a:pt x="761" y="2931"/>
                  </a:lnTo>
                  <a:lnTo>
                    <a:pt x="802" y="2934"/>
                  </a:lnTo>
                  <a:lnTo>
                    <a:pt x="802" y="2936"/>
                  </a:lnTo>
                  <a:lnTo>
                    <a:pt x="4682" y="2936"/>
                  </a:lnTo>
                  <a:lnTo>
                    <a:pt x="4682" y="2933"/>
                  </a:lnTo>
                  <a:lnTo>
                    <a:pt x="4693" y="2934"/>
                  </a:lnTo>
                  <a:lnTo>
                    <a:pt x="4706" y="2936"/>
                  </a:lnTo>
                  <a:lnTo>
                    <a:pt x="4740" y="2936"/>
                  </a:lnTo>
                  <a:lnTo>
                    <a:pt x="4772" y="2933"/>
                  </a:lnTo>
                  <a:lnTo>
                    <a:pt x="4804" y="2928"/>
                  </a:lnTo>
                  <a:lnTo>
                    <a:pt x="4836" y="2922"/>
                  </a:lnTo>
                  <a:lnTo>
                    <a:pt x="4866" y="2915"/>
                  </a:lnTo>
                  <a:lnTo>
                    <a:pt x="4896" y="2907"/>
                  </a:lnTo>
                  <a:lnTo>
                    <a:pt x="4926" y="2898"/>
                  </a:lnTo>
                  <a:lnTo>
                    <a:pt x="4955" y="2886"/>
                  </a:lnTo>
                  <a:lnTo>
                    <a:pt x="4984" y="2873"/>
                  </a:lnTo>
                  <a:lnTo>
                    <a:pt x="5011" y="2859"/>
                  </a:lnTo>
                  <a:lnTo>
                    <a:pt x="5038" y="2843"/>
                  </a:lnTo>
                  <a:lnTo>
                    <a:pt x="5063" y="2827"/>
                  </a:lnTo>
                  <a:lnTo>
                    <a:pt x="5089" y="2809"/>
                  </a:lnTo>
                  <a:lnTo>
                    <a:pt x="5113" y="2790"/>
                  </a:lnTo>
                  <a:lnTo>
                    <a:pt x="5135" y="2770"/>
                  </a:lnTo>
                  <a:lnTo>
                    <a:pt x="5158" y="2748"/>
                  </a:lnTo>
                  <a:lnTo>
                    <a:pt x="5179" y="2727"/>
                  </a:lnTo>
                  <a:lnTo>
                    <a:pt x="5199" y="2703"/>
                  </a:lnTo>
                  <a:lnTo>
                    <a:pt x="5218" y="2680"/>
                  </a:lnTo>
                  <a:lnTo>
                    <a:pt x="5236" y="2655"/>
                  </a:lnTo>
                  <a:lnTo>
                    <a:pt x="5252" y="2629"/>
                  </a:lnTo>
                  <a:lnTo>
                    <a:pt x="5268" y="2602"/>
                  </a:lnTo>
                  <a:lnTo>
                    <a:pt x="5282" y="2574"/>
                  </a:lnTo>
                  <a:lnTo>
                    <a:pt x="5295" y="2546"/>
                  </a:lnTo>
                  <a:lnTo>
                    <a:pt x="5306" y="2517"/>
                  </a:lnTo>
                  <a:lnTo>
                    <a:pt x="5316" y="2488"/>
                  </a:lnTo>
                  <a:lnTo>
                    <a:pt x="5325" y="2457"/>
                  </a:lnTo>
                  <a:lnTo>
                    <a:pt x="5332" y="2426"/>
                  </a:lnTo>
                  <a:lnTo>
                    <a:pt x="5338" y="2394"/>
                  </a:lnTo>
                  <a:lnTo>
                    <a:pt x="5341" y="2362"/>
                  </a:lnTo>
                  <a:lnTo>
                    <a:pt x="5344" y="2330"/>
                  </a:lnTo>
                  <a:lnTo>
                    <a:pt x="5345" y="2297"/>
                  </a:lnTo>
                  <a:lnTo>
                    <a:pt x="5344" y="2265"/>
                  </a:lnTo>
                  <a:lnTo>
                    <a:pt x="5341" y="2233"/>
                  </a:lnTo>
                  <a:lnTo>
                    <a:pt x="5338" y="2203"/>
                  </a:lnTo>
                  <a:lnTo>
                    <a:pt x="5333" y="2172"/>
                  </a:lnTo>
                  <a:lnTo>
                    <a:pt x="5326" y="2141"/>
                  </a:lnTo>
                  <a:lnTo>
                    <a:pt x="5318" y="2111"/>
                  </a:lnTo>
                  <a:lnTo>
                    <a:pt x="5308" y="2083"/>
                  </a:lnTo>
                  <a:lnTo>
                    <a:pt x="5296" y="2054"/>
                  </a:lnTo>
                  <a:lnTo>
                    <a:pt x="5284" y="2026"/>
                  </a:lnTo>
                  <a:lnTo>
                    <a:pt x="5271" y="2000"/>
                  </a:lnTo>
                  <a:lnTo>
                    <a:pt x="5256" y="1974"/>
                  </a:lnTo>
                  <a:lnTo>
                    <a:pt x="5241" y="1948"/>
                  </a:lnTo>
                  <a:lnTo>
                    <a:pt x="5223" y="1923"/>
                  </a:lnTo>
                  <a:lnTo>
                    <a:pt x="5205" y="1899"/>
                  </a:lnTo>
                  <a:lnTo>
                    <a:pt x="5185" y="1877"/>
                  </a:lnTo>
                  <a:lnTo>
                    <a:pt x="5165" y="1854"/>
                  </a:lnTo>
                  <a:lnTo>
                    <a:pt x="5143" y="1834"/>
                  </a:lnTo>
                  <a:lnTo>
                    <a:pt x="5121" y="1814"/>
                  </a:lnTo>
                  <a:lnTo>
                    <a:pt x="5098" y="1795"/>
                  </a:lnTo>
                  <a:lnTo>
                    <a:pt x="5074" y="1777"/>
                  </a:lnTo>
                  <a:lnTo>
                    <a:pt x="5049" y="1761"/>
                  </a:lnTo>
                  <a:lnTo>
                    <a:pt x="5023" y="1745"/>
                  </a:lnTo>
                  <a:lnTo>
                    <a:pt x="4997" y="1731"/>
                  </a:lnTo>
                  <a:lnTo>
                    <a:pt x="4969" y="1717"/>
                  </a:lnTo>
                  <a:lnTo>
                    <a:pt x="4941" y="1706"/>
                  </a:lnTo>
                  <a:lnTo>
                    <a:pt x="4913" y="1696"/>
                  </a:lnTo>
                  <a:lnTo>
                    <a:pt x="4883" y="1686"/>
                  </a:lnTo>
                  <a:lnTo>
                    <a:pt x="4853" y="1678"/>
                  </a:lnTo>
                  <a:lnTo>
                    <a:pt x="4823" y="1672"/>
                  </a:lnTo>
                  <a:lnTo>
                    <a:pt x="4792" y="1667"/>
                  </a:lnTo>
                  <a:lnTo>
                    <a:pt x="4761" y="1664"/>
                  </a:lnTo>
                  <a:lnTo>
                    <a:pt x="4729" y="16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defTabSz="9142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67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" name="文本框 5"/>
            <p:cNvSpPr txBox="1">
              <a:spLocks noChangeArrowheads="1"/>
            </p:cNvSpPr>
            <p:nvPr/>
          </p:nvSpPr>
          <p:spPr bwMode="auto">
            <a:xfrm>
              <a:off x="4508159" y="864629"/>
              <a:ext cx="433287" cy="45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3733">
                  <a:solidFill>
                    <a:schemeClr val="bg1"/>
                  </a:solidFill>
                  <a:cs typeface="Arial" pitchFamily="34" charset="0"/>
                </a:rPr>
                <a:t>4</a:t>
              </a:r>
              <a:endParaRPr lang="zh-CN" altLang="en-US" sz="3733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311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3630088" y="463554"/>
            <a:ext cx="493183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667">
                <a:solidFill>
                  <a:srgbClr val="262626"/>
                </a:solidFill>
              </a:rPr>
              <a:t>ADD YOUR TITLE HERE</a:t>
            </a:r>
            <a:endParaRPr lang="zh-CN" altLang="en-US" sz="2667">
              <a:solidFill>
                <a:srgbClr val="262626"/>
              </a:solidFill>
            </a:endParaRPr>
          </a:p>
        </p:txBody>
      </p:sp>
      <p:sp>
        <p:nvSpPr>
          <p:cNvPr id="3" name="Content Placeholder 2"/>
          <p:cNvSpPr txBox="1">
            <a:spLocks/>
          </p:cNvSpPr>
          <p:nvPr userDrawn="1"/>
        </p:nvSpPr>
        <p:spPr>
          <a:xfrm>
            <a:off x="1691225" y="1100667"/>
            <a:ext cx="9215967" cy="423333"/>
          </a:xfrm>
          <a:prstGeom prst="rect">
            <a:avLst/>
          </a:prstGeom>
        </p:spPr>
        <p:txBody>
          <a:bodyPr/>
          <a:lstStyle>
            <a:lvl1pPr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1087438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1087438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1087438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1087438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 eaLnBrk="1" hangingPunct="1">
              <a:buFont typeface="Arial" pitchFamily="34" charset="0"/>
              <a:buNone/>
              <a:defRPr/>
            </a:pPr>
            <a:r>
              <a:rPr lang="en-US" altLang="zh-CN" sz="1467">
                <a:solidFill>
                  <a:srgbClr val="262626"/>
                </a:solidFill>
                <a:latin typeface="华文细黑" pitchFamily="2" charset="-122"/>
                <a:ea typeface="华文细黑" pitchFamily="2" charset="-122"/>
                <a:cs typeface="Arial" pitchFamily="34" charset="0"/>
              </a:rPr>
              <a:t>Click here to modify the text , you may post text here . Click here to modify the text Click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111758" y="1054100"/>
            <a:ext cx="19685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0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481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 userDrawn="1"/>
        </p:nvSpPr>
        <p:spPr>
          <a:xfrm>
            <a:off x="0" y="1071564"/>
            <a:ext cx="12192000" cy="12858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04800" y="1600200"/>
            <a:ext cx="11582400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04800" y="2743200"/>
            <a:ext cx="11582400" cy="685800"/>
          </a:xfrm>
        </p:spPr>
        <p:txBody>
          <a:bodyPr/>
          <a:lstStyle>
            <a:lvl1pPr marL="0" indent="0">
              <a:buFontTx/>
              <a:buNone/>
              <a:defRPr sz="2000" b="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2405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dissolv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2">
            <a:extLst>
              <a:ext uri="{FF2B5EF4-FFF2-40B4-BE49-F238E27FC236}">
                <a16:creationId xmlns:a16="http://schemas.microsoft.com/office/drawing/2014/main" id="{88E3641D-49CD-4188-AC53-318500DF9D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1092" y="74069"/>
            <a:ext cx="44274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2261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000" dirty="0">
                <a:solidFill>
                  <a:prstClr val="white"/>
                </a:solidFill>
                <a:latin typeface="Impact" panose="020B0806030902050204" pitchFamily="34" charset="0"/>
                <a:sym typeface="Impact" panose="020B0806030902050204" pitchFamily="34" charset="0"/>
              </a:rPr>
              <a:t>2</a:t>
            </a:r>
            <a:endParaRPr lang="zh-CN" altLang="en-US" sz="4000" dirty="0">
              <a:solidFill>
                <a:prstClr val="white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6" name="任意多边形 18">
            <a:extLst>
              <a:ext uri="{FF2B5EF4-FFF2-40B4-BE49-F238E27FC236}">
                <a16:creationId xmlns:a16="http://schemas.microsoft.com/office/drawing/2014/main" id="{D4C6EDE0-5084-4ABC-8A40-36C401BE6DF7}"/>
              </a:ext>
            </a:extLst>
          </p:cNvPr>
          <p:cNvSpPr/>
          <p:nvPr userDrawn="1"/>
        </p:nvSpPr>
        <p:spPr>
          <a:xfrm flipH="1">
            <a:off x="-3" y="748316"/>
            <a:ext cx="9024000" cy="89885"/>
          </a:xfrm>
          <a:custGeom>
            <a:avLst/>
            <a:gdLst>
              <a:gd name="connsiteX0" fmla="*/ 6515627 w 6515627"/>
              <a:gd name="connsiteY0" fmla="*/ 0 h 67414"/>
              <a:gd name="connsiteX1" fmla="*/ 67507 w 6515627"/>
              <a:gd name="connsiteY1" fmla="*/ 0 h 67414"/>
              <a:gd name="connsiteX2" fmla="*/ 0 w 6515627"/>
              <a:gd name="connsiteY2" fmla="*/ 67414 h 67414"/>
              <a:gd name="connsiteX3" fmla="*/ 6515627 w 6515627"/>
              <a:gd name="connsiteY3" fmla="*/ 67414 h 6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15627" h="67414">
                <a:moveTo>
                  <a:pt x="6515627" y="0"/>
                </a:moveTo>
                <a:lnTo>
                  <a:pt x="67507" y="0"/>
                </a:lnTo>
                <a:lnTo>
                  <a:pt x="0" y="67414"/>
                </a:lnTo>
                <a:lnTo>
                  <a:pt x="6515627" y="67414"/>
                </a:lnTo>
                <a:close/>
              </a:path>
            </a:pathLst>
          </a:custGeom>
          <a:solidFill>
            <a:srgbClr val="37609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9" name="任意多边形 19">
            <a:extLst>
              <a:ext uri="{FF2B5EF4-FFF2-40B4-BE49-F238E27FC236}">
                <a16:creationId xmlns:a16="http://schemas.microsoft.com/office/drawing/2014/main" id="{6DAB7A19-C6F0-460A-B114-5C4B1436D053}"/>
              </a:ext>
            </a:extLst>
          </p:cNvPr>
          <p:cNvSpPr/>
          <p:nvPr userDrawn="1"/>
        </p:nvSpPr>
        <p:spPr>
          <a:xfrm flipH="1">
            <a:off x="8589796" y="-9186"/>
            <a:ext cx="3602203" cy="847388"/>
          </a:xfrm>
          <a:custGeom>
            <a:avLst/>
            <a:gdLst>
              <a:gd name="connsiteX0" fmla="*/ 2701652 w 2701652"/>
              <a:gd name="connsiteY0" fmla="*/ 0 h 502825"/>
              <a:gd name="connsiteX1" fmla="*/ 0 w 2701652"/>
              <a:gd name="connsiteY1" fmla="*/ 0 h 502825"/>
              <a:gd name="connsiteX2" fmla="*/ 0 w 2701652"/>
              <a:gd name="connsiteY2" fmla="*/ 502825 h 502825"/>
              <a:gd name="connsiteX3" fmla="*/ 2198133 w 2701652"/>
              <a:gd name="connsiteY3" fmla="*/ 502825 h 50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652" h="502825">
                <a:moveTo>
                  <a:pt x="2701652" y="0"/>
                </a:moveTo>
                <a:lnTo>
                  <a:pt x="0" y="0"/>
                </a:lnTo>
                <a:lnTo>
                  <a:pt x="0" y="502825"/>
                </a:lnTo>
                <a:lnTo>
                  <a:pt x="2198133" y="502825"/>
                </a:lnTo>
                <a:close/>
              </a:path>
            </a:pathLst>
          </a:custGeom>
          <a:solidFill>
            <a:srgbClr val="37609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1" name="任意多边形 20">
            <a:extLst>
              <a:ext uri="{FF2B5EF4-FFF2-40B4-BE49-F238E27FC236}">
                <a16:creationId xmlns:a16="http://schemas.microsoft.com/office/drawing/2014/main" id="{F899518E-9212-47C1-99D0-938259BD2C3C}"/>
              </a:ext>
            </a:extLst>
          </p:cNvPr>
          <p:cNvSpPr/>
          <p:nvPr userDrawn="1"/>
        </p:nvSpPr>
        <p:spPr>
          <a:xfrm>
            <a:off x="9145704" y="-2169"/>
            <a:ext cx="869552" cy="535569"/>
          </a:xfrm>
          <a:custGeom>
            <a:avLst/>
            <a:gdLst>
              <a:gd name="connsiteX0" fmla="*/ 15986 w 683098"/>
              <a:gd name="connsiteY0" fmla="*/ 0 h 420730"/>
              <a:gd name="connsiteX1" fmla="*/ 667112 w 683098"/>
              <a:gd name="connsiteY1" fmla="*/ 0 h 420730"/>
              <a:gd name="connsiteX2" fmla="*/ 683098 w 683098"/>
              <a:gd name="connsiteY2" fmla="*/ 79181 h 420730"/>
              <a:gd name="connsiteX3" fmla="*/ 341549 w 683098"/>
              <a:gd name="connsiteY3" fmla="*/ 420730 h 420730"/>
              <a:gd name="connsiteX4" fmla="*/ 0 w 683098"/>
              <a:gd name="connsiteY4" fmla="*/ 79181 h 420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3098" h="420730">
                <a:moveTo>
                  <a:pt x="15986" y="0"/>
                </a:moveTo>
                <a:lnTo>
                  <a:pt x="667112" y="0"/>
                </a:lnTo>
                <a:lnTo>
                  <a:pt x="683098" y="79181"/>
                </a:lnTo>
                <a:cubicBezTo>
                  <a:pt x="683098" y="267813"/>
                  <a:pt x="530181" y="420730"/>
                  <a:pt x="341549" y="420730"/>
                </a:cubicBezTo>
                <a:cubicBezTo>
                  <a:pt x="152917" y="420730"/>
                  <a:pt x="0" y="267813"/>
                  <a:pt x="0" y="79181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2" name="任意多边形 21">
            <a:extLst>
              <a:ext uri="{FF2B5EF4-FFF2-40B4-BE49-F238E27FC236}">
                <a16:creationId xmlns:a16="http://schemas.microsoft.com/office/drawing/2014/main" id="{C18B6B64-AF79-42C3-A536-7F30EC763CD3}"/>
              </a:ext>
            </a:extLst>
          </p:cNvPr>
          <p:cNvSpPr/>
          <p:nvPr userDrawn="1"/>
        </p:nvSpPr>
        <p:spPr>
          <a:xfrm>
            <a:off x="9711555" y="-2169"/>
            <a:ext cx="741135" cy="192229"/>
          </a:xfrm>
          <a:custGeom>
            <a:avLst/>
            <a:gdLst>
              <a:gd name="connsiteX0" fmla="*/ 0 w 555851"/>
              <a:gd name="connsiteY0" fmla="*/ 0 h 144172"/>
              <a:gd name="connsiteX1" fmla="*/ 555851 w 555851"/>
              <a:gd name="connsiteY1" fmla="*/ 0 h 144172"/>
              <a:gd name="connsiteX2" fmla="*/ 519437 w 555851"/>
              <a:gd name="connsiteY2" fmla="*/ 44135 h 144172"/>
              <a:gd name="connsiteX3" fmla="*/ 277925 w 555851"/>
              <a:gd name="connsiteY3" fmla="*/ 144172 h 144172"/>
              <a:gd name="connsiteX4" fmla="*/ 36414 w 555851"/>
              <a:gd name="connsiteY4" fmla="*/ 44135 h 14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851" h="144172">
                <a:moveTo>
                  <a:pt x="0" y="0"/>
                </a:moveTo>
                <a:lnTo>
                  <a:pt x="555851" y="0"/>
                </a:lnTo>
                <a:lnTo>
                  <a:pt x="519437" y="44135"/>
                </a:lnTo>
                <a:cubicBezTo>
                  <a:pt x="457629" y="105943"/>
                  <a:pt x="372241" y="144172"/>
                  <a:pt x="277925" y="144172"/>
                </a:cubicBezTo>
                <a:cubicBezTo>
                  <a:pt x="183609" y="144172"/>
                  <a:pt x="98222" y="105943"/>
                  <a:pt x="36414" y="44135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F6123CB-9999-4C96-AEEC-3C26E1330A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3102" y="17786"/>
            <a:ext cx="2279965" cy="81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061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86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58D13E-7247-4367-AC2D-A72A1BE3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0FE9E8-7A34-4CC1-BD4F-9C3EED360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49A6C8-94E1-44C8-B95C-D4FCB614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AB75-46E8-4D97-A728-93EF25077506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79B747-D807-45B1-BD61-A65C64C9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E91EE1-C3F7-46D3-AF90-A7D44302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6D722-0B96-4EE9-B40A-3F4A10FF0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588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20558-5325-4CFD-AFD0-B6863C016BE7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1" y="366190"/>
            <a:ext cx="10515600" cy="132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1" y="1826684"/>
            <a:ext cx="10515600" cy="434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7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294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华文细黑" panose="02010600040101010101" pitchFamily="2" charset="-122"/>
                <a:ea typeface="+mn-ea"/>
              </a:defRPr>
            </a:lvl1pPr>
          </a:lstStyle>
          <a:p>
            <a:pPr>
              <a:defRPr/>
            </a:pPr>
            <a:fld id="{B688739C-4961-464E-BA3F-458A2D378A86}" type="datetimeFigureOut">
              <a:rPr lang="zh-CN" altLang="en-US"/>
              <a:pPr>
                <a:defRPr/>
              </a:pPr>
              <a:t>2025/11/27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7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294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华文细黑" panose="02010600040101010101" pitchFamily="2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7"/>
            <a:ext cx="27432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华文细黑" panose="02010600040101010101" pitchFamily="2" charset="-122"/>
              </a:defRPr>
            </a:lvl1pPr>
          </a:lstStyle>
          <a:p>
            <a:fld id="{3A11DDF8-7585-4D5A-A9E0-BA1CFD1E6C2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09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2" r:id="rId7"/>
    <p:sldLayoutId id="2147483980" r:id="rId8"/>
    <p:sldLayoutId id="2147483982" r:id="rId9"/>
    <p:sldLayoutId id="2147483983" r:id="rId1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华文细黑" panose="02010600040101010101" pitchFamily="2" charset="-122"/>
          <a:ea typeface="+mj-ea"/>
          <a:cs typeface="+mj-cs"/>
        </a:defRPr>
      </a:lvl1pPr>
      <a:lvl2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2pPr>
      <a:lvl3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3pPr>
      <a:lvl4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4pPr>
      <a:lvl5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5pPr>
      <a:lvl6pPr marL="609570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6pPr>
      <a:lvl7pPr marL="1219139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7pPr>
      <a:lvl8pPr marL="1828709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8pPr>
      <a:lvl9pPr marL="2438278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9pPr>
    </p:titleStyle>
    <p:bodyStyle>
      <a:lvl1pPr marL="228589" indent="-228589" algn="l" defTabSz="914354" rtl="0" eaLnBrk="0" fontAlgn="base" hangingPunct="0">
        <a:lnSpc>
          <a:spcPct val="90000"/>
        </a:lnSpc>
        <a:spcBef>
          <a:spcPts val="1001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1pPr>
      <a:lvl2pPr marL="685767" indent="-228589" algn="l" defTabSz="914354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2pPr>
      <a:lvl3pPr marL="1142943" indent="-228589" algn="l" defTabSz="914354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3pPr>
      <a:lvl4pPr marL="1600121" indent="-228589" algn="l" defTabSz="914354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4pPr>
      <a:lvl5pPr marL="2057298" indent="-228589" algn="l" defTabSz="914354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5pPr>
      <a:lvl6pPr marL="251447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7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3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-34399" y="3445614"/>
            <a:ext cx="12260797" cy="1721472"/>
            <a:chOff x="-34399" y="3445614"/>
            <a:chExt cx="12260797" cy="1721472"/>
          </a:xfrm>
        </p:grpSpPr>
        <p:sp>
          <p:nvSpPr>
            <p:cNvPr id="20" name="矩形 19"/>
            <p:cNvSpPr/>
            <p:nvPr/>
          </p:nvSpPr>
          <p:spPr>
            <a:xfrm>
              <a:off x="-34399" y="3744687"/>
              <a:ext cx="12260797" cy="14223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031942" y="3445614"/>
              <a:ext cx="10521603" cy="16326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96798" y="3149371"/>
            <a:ext cx="10598396" cy="1811507"/>
            <a:chOff x="-4502396" y="-1334515"/>
            <a:chExt cx="13794115" cy="2357728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33753" y="-1334515"/>
              <a:ext cx="3557966" cy="235576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4502396" y="-1334515"/>
              <a:ext cx="3534259" cy="235640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75787" y="-1334515"/>
              <a:ext cx="3557966" cy="235640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968137" y="-1333195"/>
              <a:ext cx="3143924" cy="235640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pic>
        <p:nvPicPr>
          <p:cNvPr id="2" name="图片 7" descr="tjlogo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590" y="53129"/>
            <a:ext cx="3136356" cy="813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494947" y="1240210"/>
            <a:ext cx="11193087" cy="1674493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/>
          <a:p>
            <a:pPr marL="0" marR="0" lvl="0" indent="0" algn="ctr" defTabSz="1219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  <a:sym typeface="+mn-lt"/>
              </a:rPr>
              <a:t>数字图像处理</a:t>
            </a:r>
            <a:endParaRPr kumimoji="0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  <a:sym typeface="+mn-lt"/>
            </a:endParaRPr>
          </a:p>
          <a:p>
            <a:pPr marL="0" marR="0" lvl="0" indent="0" algn="ctr" defTabSz="1219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/>
            </a:pPr>
            <a:r>
              <a:rPr lang="en-US" altLang="zh-CN" sz="2800" kern="0" dirty="0">
                <a:solidFill>
                  <a:srgbClr val="FFFFFF"/>
                </a:solidFill>
                <a:latin typeface="Arial" panose="020B0604020202090204"/>
                <a:ea typeface="微软雅黑" panose="020B0503020204020204" pitchFamily="34" charset="-122"/>
                <a:sym typeface="+mn-lt"/>
              </a:rPr>
              <a:t>5 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90204"/>
                <a:ea typeface="微软雅黑" panose="020B0503020204020204" pitchFamily="34" charset="-122"/>
                <a:sym typeface="+mn-lt"/>
              </a:rPr>
              <a:t>作业辅导：基本边缘与卷积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3B0AC426-F383-4563-A282-E33FEC03CC84}"/>
              </a:ext>
            </a:extLst>
          </p:cNvPr>
          <p:cNvSpPr txBox="1"/>
          <p:nvPr/>
        </p:nvSpPr>
        <p:spPr>
          <a:xfrm>
            <a:off x="796802" y="5617790"/>
            <a:ext cx="10598396" cy="387794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/>
          <a:p>
            <a:pPr marL="0" marR="0" lvl="0" indent="0" algn="ctr" defTabSz="12192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  <a:sym typeface="+mn-lt"/>
              </a:rPr>
              <a:t>张绍明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4413" y="0"/>
            <a:ext cx="5857698" cy="6858000"/>
          </a:xfrm>
          <a:prstGeom prst="rect">
            <a:avLst/>
          </a:prstGeom>
        </p:spPr>
      </p:pic>
      <p:sp>
        <p:nvSpPr>
          <p:cNvPr id="7" name="Rectangle 47"/>
          <p:cNvSpPr/>
          <p:nvPr/>
        </p:nvSpPr>
        <p:spPr>
          <a:xfrm>
            <a:off x="-34414" y="0"/>
            <a:ext cx="5857698" cy="6858000"/>
          </a:xfrm>
          <a:prstGeom prst="rect">
            <a:avLst/>
          </a:prstGeom>
          <a:solidFill>
            <a:srgbClr val="0A499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和七个小矮人" panose="00000500000000000000" charset="-122"/>
              <a:ea typeface="阿里巴巴和七个小矮人" panose="00000500000000000000" charset="-122"/>
              <a:cs typeface="阿里巴巴和七个小矮人" panose="00000500000000000000" charset="-122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1979234" y="1677952"/>
            <a:ext cx="974558" cy="3392905"/>
          </a:xfrm>
          <a:custGeom>
            <a:avLst/>
            <a:gdLst>
              <a:gd name="connsiteX0" fmla="*/ 962526 w 974558"/>
              <a:gd name="connsiteY0" fmla="*/ 0 h 3392905"/>
              <a:gd name="connsiteX1" fmla="*/ 0 w 974558"/>
              <a:gd name="connsiteY1" fmla="*/ 0 h 3392905"/>
              <a:gd name="connsiteX2" fmla="*/ 0 w 974558"/>
              <a:gd name="connsiteY2" fmla="*/ 3392905 h 3392905"/>
              <a:gd name="connsiteX3" fmla="*/ 974558 w 974558"/>
              <a:gd name="connsiteY3" fmla="*/ 3380874 h 339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558" h="3392905">
                <a:moveTo>
                  <a:pt x="962526" y="0"/>
                </a:moveTo>
                <a:lnTo>
                  <a:pt x="0" y="0"/>
                </a:lnTo>
                <a:lnTo>
                  <a:pt x="0" y="3392905"/>
                </a:lnTo>
                <a:lnTo>
                  <a:pt x="974558" y="3380874"/>
                </a:ln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和七个小矮人" panose="00000500000000000000" charset="-122"/>
              <a:ea typeface="阿里巴巴和七个小矮人" panose="00000500000000000000" charset="-122"/>
              <a:cs typeface="阿里巴巴和七个小矮人" panose="00000500000000000000" charset="-122"/>
            </a:endParaRPr>
          </a:p>
        </p:txBody>
      </p:sp>
      <p:sp>
        <p:nvSpPr>
          <p:cNvPr id="16" name="任意多边形: 形状 15"/>
          <p:cNvSpPr/>
          <p:nvPr/>
        </p:nvSpPr>
        <p:spPr>
          <a:xfrm rot="10800000">
            <a:off x="2994016" y="1665919"/>
            <a:ext cx="974558" cy="3392905"/>
          </a:xfrm>
          <a:custGeom>
            <a:avLst/>
            <a:gdLst>
              <a:gd name="connsiteX0" fmla="*/ 962526 w 974558"/>
              <a:gd name="connsiteY0" fmla="*/ 0 h 3392905"/>
              <a:gd name="connsiteX1" fmla="*/ 0 w 974558"/>
              <a:gd name="connsiteY1" fmla="*/ 0 h 3392905"/>
              <a:gd name="connsiteX2" fmla="*/ 0 w 974558"/>
              <a:gd name="connsiteY2" fmla="*/ 3392905 h 3392905"/>
              <a:gd name="connsiteX3" fmla="*/ 974558 w 974558"/>
              <a:gd name="connsiteY3" fmla="*/ 3380874 h 339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558" h="3392905">
                <a:moveTo>
                  <a:pt x="962526" y="0"/>
                </a:moveTo>
                <a:lnTo>
                  <a:pt x="0" y="0"/>
                </a:lnTo>
                <a:lnTo>
                  <a:pt x="0" y="3392905"/>
                </a:lnTo>
                <a:lnTo>
                  <a:pt x="974558" y="3380874"/>
                </a:ln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和七个小矮人" panose="00000500000000000000" charset="-122"/>
              <a:ea typeface="阿里巴巴和七个小矮人" panose="00000500000000000000" charset="-122"/>
              <a:cs typeface="阿里巴巴和七个小矮人" panose="000005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76464" y="293247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阿里巴巴和七个小矮人" panose="00000500000000000000" charset="-122"/>
              </a:rPr>
              <a:t>目录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A5EE3A-8A92-4E50-B858-4B8B15C0DCA2}"/>
              </a:ext>
            </a:extLst>
          </p:cNvPr>
          <p:cNvSpPr txBox="1"/>
          <p:nvPr/>
        </p:nvSpPr>
        <p:spPr>
          <a:xfrm>
            <a:off x="6368717" y="1753477"/>
            <a:ext cx="5444598" cy="335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程序设计和</a:t>
            </a:r>
            <a:r>
              <a:rPr lang="en-US" altLang="zh-CN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OpenCV</a:t>
            </a: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的入门</a:t>
            </a: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灰度变换 直方图均衡</a:t>
            </a: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几何变换 仿射变换</a:t>
            </a: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二维卷积 平滑、锐化</a:t>
            </a: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二维可分离卷积</a:t>
            </a: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上述算法的</a:t>
            </a:r>
            <a:r>
              <a:rPr lang="en-US" altLang="zh-CN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>
            <a:extLst>
              <a:ext uri="{FF2B5EF4-FFF2-40B4-BE49-F238E27FC236}">
                <a16:creationId xmlns:a16="http://schemas.microsoft.com/office/drawing/2014/main" id="{9B69C55D-3E67-45EE-A5CA-ED15F8D09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223" y="1758222"/>
            <a:ext cx="8782493" cy="246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algn="just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zh-CN" sz="2000" b="1" dirty="0" err="1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GrayTrans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zh-CN" sz="2000" b="1" dirty="0" err="1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GeoTrans</a:t>
            </a:r>
            <a:endParaRPr lang="en-US" altLang="zh-CN" sz="20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zh-CN" sz="20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Conv2d</a:t>
            </a:r>
          </a:p>
          <a:p>
            <a:pPr marL="457200" indent="-457200" algn="just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zh-CN" sz="20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Conv2dSeparated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22621F00-9364-4C6C-AF73-4167DB18429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0985" y="140444"/>
            <a:ext cx="7649609" cy="564950"/>
          </a:xfrm>
        </p:spPr>
        <p:txBody>
          <a:bodyPr/>
          <a:lstStyle/>
          <a:p>
            <a:r>
              <a:rPr lang="zh-CN" altLang="en-US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作业任务</a:t>
            </a:r>
          </a:p>
        </p:txBody>
      </p:sp>
    </p:spTree>
    <p:extLst>
      <p:ext uri="{BB962C8B-B14F-4D97-AF65-F5344CB8AC3E}">
        <p14:creationId xmlns:p14="http://schemas.microsoft.com/office/powerpoint/2010/main" val="222405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3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BC1B49AB-1887-4CED-820C-19F3F727D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6160" y="1992003"/>
            <a:ext cx="5012617" cy="324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EE3B876-CD25-4FFD-9BE8-4E7F5B5104ED}"/>
              </a:ext>
            </a:extLst>
          </p:cNvPr>
          <p:cNvSpPr txBox="1"/>
          <p:nvPr/>
        </p:nvSpPr>
        <p:spPr>
          <a:xfrm>
            <a:off x="3098098" y="3245597"/>
            <a:ext cx="619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C4379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  <a:sym typeface="+mn-lt"/>
              </a:rPr>
              <a:t>携手共创未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EEB38-AB87-421D-BD76-CC57927933C4}"/>
              </a:ext>
            </a:extLst>
          </p:cNvPr>
          <p:cNvSpPr/>
          <p:nvPr/>
        </p:nvSpPr>
        <p:spPr>
          <a:xfrm>
            <a:off x="1316748" y="2612683"/>
            <a:ext cx="4212013" cy="1632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b="1" kern="0" dirty="0">
                <a:solidFill>
                  <a:schemeClr val="bg1"/>
                </a:solidFill>
                <a:latin typeface="Arial" panose="020B0604020202090204"/>
                <a:ea typeface="微软雅黑" panose="020B0503020204020204" pitchFamily="34" charset="-122"/>
              </a:rPr>
              <a:t>感谢！</a:t>
            </a:r>
          </a:p>
        </p:txBody>
      </p:sp>
    </p:spTree>
    <p:extLst>
      <p:ext uri="{BB962C8B-B14F-4D97-AF65-F5344CB8AC3E}">
        <p14:creationId xmlns:p14="http://schemas.microsoft.com/office/powerpoint/2010/main" val="33839898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EwNTM5NzYwMDRjMzkwZTVkZjY2ODkwMGIxNGU0O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15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34353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2486</TotalTime>
  <Words>57</Words>
  <Application>Microsoft Office PowerPoint</Application>
  <PresentationFormat>宽屏</PresentationFormat>
  <Paragraphs>20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阿里巴巴和七个小矮人</vt:lpstr>
      <vt:lpstr>等线</vt:lpstr>
      <vt:lpstr>等线 Light</vt:lpstr>
      <vt:lpstr>华文细黑</vt:lpstr>
      <vt:lpstr>Microsoft YaHei</vt:lpstr>
      <vt:lpstr>Microsoft YaHei</vt:lpstr>
      <vt:lpstr>Arial</vt:lpstr>
      <vt:lpstr>Impact</vt:lpstr>
      <vt:lpstr>Times New Roman</vt:lpstr>
      <vt:lpstr>Office 主题​​</vt:lpstr>
      <vt:lpstr>Office 主题</vt:lpstr>
      <vt:lpstr>PowerPoint 演示文稿</vt:lpstr>
      <vt:lpstr>PowerPoint 演示文稿</vt:lpstr>
      <vt:lpstr>作业任务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shaoming zhang</cp:lastModifiedBy>
  <cp:revision>1491</cp:revision>
  <cp:lastPrinted>2024-06-12T15:31:32Z</cp:lastPrinted>
  <dcterms:created xsi:type="dcterms:W3CDTF">2024-06-12T15:31:32Z</dcterms:created>
  <dcterms:modified xsi:type="dcterms:W3CDTF">2025-11-27T07:06:23Z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CD1BC42A34C549CF40AF6366F719176F_43</vt:lpwstr>
  </property>
  <property fmtid="{D5CDD505-2E9C-101B-9397-08002B2CF9AE}" pid="3" name="KSOProductBuildVer">
    <vt:lpwstr>2052-6.7.1.8828</vt:lpwstr>
  </property>
</Properties>
</file>